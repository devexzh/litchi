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C3AE3-24C8-4A25-9417-CEFC327ABA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84BAD6-1C7D-475B-A9B6-40F48E12A5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16F62-2442-41C9-A07D-5C8AFBE86D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B3E03-87FD-462B-A1A9-72EEF6AFEF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16B76D-0E9B-4268-88A1-46FFF1B9BD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4FD424-B68F-488E-AFB9-97483F2CAC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6C084E-2CFC-4A8B-8B6B-CF60099E9D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624DAE-D5B7-45DB-84B4-BB490EBA9A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B4CCDF-D15E-4151-BA8A-A3B93DF72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EC58F6-846B-4A98-ACBE-FE493D8347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BF8D80-A96F-40F4-84C7-18B6024ED1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poi.apache.org/" TargetMode="External"/><Relationship Id="rId2" Type="http://schemas.openxmlformats.org/officeDocument/2006/relationships/slide" Target="slide2.xml"/><Relationship Id="rId3" Type="http://schemas.openxmlformats.org/officeDocument/2006/relationships/hyperlink" Target="mailto:dev@poi.apache.org?subject=Hi%20There" TargetMode="External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3"/>
          <p:cNvSpPr/>
          <p:nvPr/>
        </p:nvSpPr>
        <p:spPr>
          <a:xfrm>
            <a:off x="914400" y="914400"/>
            <a:ext cx="2285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Litchi native resave 2026-08-10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Straight Connector 5"/>
          <p:cNvCxnSpPr/>
          <p:nvPr/>
        </p:nvCxnSpPr>
        <p:spPr>
          <a:xfrm>
            <a:off x="1066680" y="1828800"/>
            <a:ext cx="2134080" cy="360"/>
          </a:xfrm>
          <a:prstGeom prst="straightConnector1">
            <a:avLst/>
          </a:prstGeom>
          <a:ln>
            <a:solidFill>
              <a:srgbClr val="4A7EBB"/>
            </a:solidFill>
            <a:round/>
          </a:ln>
        </p:spPr>
      </p:cxnSp>
      <p:sp>
        <p:nvSpPr>
          <p:cNvPr id="65" name="Freeform 6"/>
          <p:cNvSpPr/>
          <p:nvPr/>
        </p:nvSpPr>
        <p:spPr>
          <a:xfrm>
            <a:off x="595800" y="2674800"/>
            <a:ext cx="2353680" cy="1733040"/>
          </a:xfrm>
          <a:custGeom>
            <a:avLst/>
            <a:gdLst>
              <a:gd name="textAreaLeft" fmla="*/ 0 w 2353680"/>
              <a:gd name="textAreaRight" fmla="*/ 2354040 w 2353680"/>
              <a:gd name="textAreaTop" fmla="*/ 0 h 1733040"/>
              <a:gd name="textAreaBottom" fmla="*/ 1733400 h 1733040"/>
              <a:gd name="GluePoint1X" fmla="*/ 59132 w 2353994"/>
              <a:gd name="GluePoint1Y" fmla="*/ 873457 h 1733266"/>
              <a:gd name="GluePoint2X" fmla="*/ 59132 w 2353994"/>
              <a:gd name="GluePoint2Y" fmla="*/ 873457 h 1733266"/>
              <a:gd name="GluePoint3X" fmla="*/ 209257 w 2353994"/>
              <a:gd name="GluePoint3Y" fmla="*/ 818866 h 1733266"/>
              <a:gd name="GluePoint4X" fmla="*/ 263848 w 2353994"/>
              <a:gd name="GluePoint4Y" fmla="*/ 668740 h 1733266"/>
              <a:gd name="GluePoint5X" fmla="*/ 277496 w 2353994"/>
              <a:gd name="GluePoint5Y" fmla="*/ 627797 h 1733266"/>
              <a:gd name="GluePoint6X" fmla="*/ 291143 w 2353994"/>
              <a:gd name="GluePoint6Y" fmla="*/ 450376 h 1733266"/>
              <a:gd name="GluePoint7X" fmla="*/ 332087 w 2353994"/>
              <a:gd name="GluePoint7Y" fmla="*/ 395785 h 1733266"/>
              <a:gd name="GluePoint8X" fmla="*/ 373030 w 2353994"/>
              <a:gd name="GluePoint8Y" fmla="*/ 300251 h 1733266"/>
              <a:gd name="GluePoint9X" fmla="*/ 400326 w 2353994"/>
              <a:gd name="GluePoint9Y" fmla="*/ 259308 h 1733266"/>
              <a:gd name="GluePoint10X" fmla="*/ 468564 w 2353994"/>
              <a:gd name="GluePoint10Y" fmla="*/ 95535 h 1733266"/>
              <a:gd name="GluePoint11X" fmla="*/ 523155 w 2353994"/>
              <a:gd name="GluePoint11Y" fmla="*/ 68239 h 1733266"/>
              <a:gd name="GluePoint12X" fmla="*/ 741520 w 2353994"/>
              <a:gd name="GluePoint12Y" fmla="*/ 0 h 1733266"/>
              <a:gd name="GluePoint13X" fmla="*/ 973532 w 2353994"/>
              <a:gd name="GluePoint13Y" fmla="*/ 27296 h 1733266"/>
              <a:gd name="GluePoint14X" fmla="*/ 1069066 w 2353994"/>
              <a:gd name="GluePoint14Y" fmla="*/ 40943 h 1733266"/>
              <a:gd name="GluePoint15X" fmla="*/ 1178248 w 2353994"/>
              <a:gd name="GluePoint15Y" fmla="*/ 95535 h 1733266"/>
              <a:gd name="GluePoint16X" fmla="*/ 1314726 w 2353994"/>
              <a:gd name="GluePoint16Y" fmla="*/ 150126 h 1733266"/>
              <a:gd name="GluePoint17X" fmla="*/ 1519442 w 2353994"/>
              <a:gd name="GluePoint17Y" fmla="*/ 272955 h 1733266"/>
              <a:gd name="GluePoint18X" fmla="*/ 1628624 w 2353994"/>
              <a:gd name="GluePoint18Y" fmla="*/ 354842 h 1733266"/>
              <a:gd name="GluePoint19X" fmla="*/ 2065352 w 2353994"/>
              <a:gd name="GluePoint19Y" fmla="*/ 655093 h 1733266"/>
              <a:gd name="GluePoint20X" fmla="*/ 2256421 w 2353994"/>
              <a:gd name="GluePoint20Y" fmla="*/ 873457 h 1733266"/>
              <a:gd name="GluePoint21X" fmla="*/ 2283717 w 2353994"/>
              <a:gd name="GluePoint21Y" fmla="*/ 955343 h 1733266"/>
              <a:gd name="GluePoint22X" fmla="*/ 2311012 w 2353994"/>
              <a:gd name="GluePoint22Y" fmla="*/ 1091821 h 1733266"/>
              <a:gd name="GluePoint23X" fmla="*/ 2338308 w 2353994"/>
              <a:gd name="GluePoint23Y" fmla="*/ 1160060 h 1733266"/>
              <a:gd name="GluePoint24X" fmla="*/ 2311012 w 2353994"/>
              <a:gd name="GluePoint24Y" fmla="*/ 1610436 h 1733266"/>
              <a:gd name="GluePoint25X" fmla="*/ 2242773 w 2353994"/>
              <a:gd name="GluePoint25Y" fmla="*/ 1705970 h 1733266"/>
              <a:gd name="GluePoint26X" fmla="*/ 2160887 w 2353994"/>
              <a:gd name="GluePoint26Y" fmla="*/ 1733266 h 1733266"/>
              <a:gd name="GluePoint27X" fmla="*/ 1806045 w 2353994"/>
              <a:gd name="GluePoint27Y" fmla="*/ 1705970 h 1733266"/>
              <a:gd name="GluePoint28X" fmla="*/ 1655920 w 2353994"/>
              <a:gd name="GluePoint28Y" fmla="*/ 1651379 h 1733266"/>
              <a:gd name="GluePoint29X" fmla="*/ 1505794 w 2353994"/>
              <a:gd name="GluePoint29Y" fmla="*/ 1610436 h 1733266"/>
              <a:gd name="GluePoint30X" fmla="*/ 1410260 w 2353994"/>
              <a:gd name="GluePoint30Y" fmla="*/ 1569493 h 1733266"/>
              <a:gd name="GluePoint31X" fmla="*/ 1355669 w 2353994"/>
              <a:gd name="GluePoint31Y" fmla="*/ 1555845 h 1733266"/>
              <a:gd name="GluePoint32X" fmla="*/ 1260135 w 2353994"/>
              <a:gd name="GluePoint32Y" fmla="*/ 1528549 h 1733266"/>
              <a:gd name="GluePoint33X" fmla="*/ 1219191 w 2353994"/>
              <a:gd name="GluePoint33Y" fmla="*/ 1501254 h 1733266"/>
              <a:gd name="GluePoint34X" fmla="*/ 1178248 w 2353994"/>
              <a:gd name="GluePoint34Y" fmla="*/ 1487606 h 1733266"/>
              <a:gd name="GluePoint35X" fmla="*/ 1096361 w 2353994"/>
              <a:gd name="GluePoint35Y" fmla="*/ 1446663 h 1733266"/>
              <a:gd name="GluePoint36X" fmla="*/ 1041770 w 2353994"/>
              <a:gd name="GluePoint36Y" fmla="*/ 1405720 h 1733266"/>
              <a:gd name="GluePoint37X" fmla="*/ 946236 w 2353994"/>
              <a:gd name="GluePoint37Y" fmla="*/ 1378424 h 1733266"/>
              <a:gd name="GluePoint38X" fmla="*/ 823406 w 2353994"/>
              <a:gd name="GluePoint38Y" fmla="*/ 1337481 h 1733266"/>
              <a:gd name="GluePoint39X" fmla="*/ 782463 w 2353994"/>
              <a:gd name="GluePoint39Y" fmla="*/ 1323833 h 1733266"/>
              <a:gd name="GluePoint40X" fmla="*/ 741520 w 2353994"/>
              <a:gd name="GluePoint40Y" fmla="*/ 1310185 h 1733266"/>
              <a:gd name="GluePoint41X" fmla="*/ 686929 w 2353994"/>
              <a:gd name="GluePoint41Y" fmla="*/ 1282890 h 1733266"/>
              <a:gd name="GluePoint42X" fmla="*/ 618690 w 2353994"/>
              <a:gd name="GluePoint42Y" fmla="*/ 1255594 h 1733266"/>
              <a:gd name="GluePoint43X" fmla="*/ 550451 w 2353994"/>
              <a:gd name="GluePoint43Y" fmla="*/ 1201003 h 1733266"/>
              <a:gd name="GluePoint44X" fmla="*/ 509508 w 2353994"/>
              <a:gd name="GluePoint44Y" fmla="*/ 1187355 h 1733266"/>
              <a:gd name="GluePoint45X" fmla="*/ 413973 w 2353994"/>
              <a:gd name="GluePoint45Y" fmla="*/ 1132764 h 1733266"/>
              <a:gd name="GluePoint46X" fmla="*/ 222905 w 2353994"/>
              <a:gd name="GluePoint46Y" fmla="*/ 1091821 h 1733266"/>
              <a:gd name="GluePoint47X" fmla="*/ 181961 w 2353994"/>
              <a:gd name="GluePoint47Y" fmla="*/ 1078173 h 1733266"/>
              <a:gd name="GluePoint48X" fmla="*/ 31836 w 2353994"/>
              <a:gd name="GluePoint48Y" fmla="*/ 1050878 h 1733266"/>
              <a:gd name="GluePoint49X" fmla="*/ 18188 w 2353994"/>
              <a:gd name="GluePoint49Y" fmla="*/ 996287 h 1733266"/>
              <a:gd name="GluePoint50X" fmla="*/ 18188 w 2353994"/>
              <a:gd name="GluePoint50Y" fmla="*/ 873457 h 1733266"/>
              <a:gd name="GluePoint51X" fmla="*/ 59132 w 2353994"/>
              <a:gd name="GluePoint51Y" fmla="*/ 873457 h 17332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</a:cxnLst>
            <a:rect l="textAreaLeft" t="textAreaTop" r="textAreaRight" b="textAreaBottom"/>
            <a:pathLst>
              <a:path w="2353994" h="1733266">
                <a:moveTo>
                  <a:pt x="59132" y="873457"/>
                </a:moveTo>
                <a:lnTo>
                  <a:pt x="59132" y="873457"/>
                </a:lnTo>
                <a:cubicBezTo>
                  <a:pt x="109174" y="855260"/>
                  <a:pt x="163025" y="845284"/>
                  <a:pt x="209257" y="818866"/>
                </a:cubicBezTo>
                <a:cubicBezTo>
                  <a:pt x="264522" y="787286"/>
                  <a:pt x="254025" y="717855"/>
                  <a:pt x="263848" y="668740"/>
                </a:cubicBezTo>
                <a:cubicBezTo>
                  <a:pt x="266669" y="654633"/>
                  <a:pt x="272947" y="641445"/>
                  <a:pt x="277496" y="627797"/>
                </a:cubicBezTo>
                <a:cubicBezTo>
                  <a:pt x="282045" y="568657"/>
                  <a:pt x="277558" y="508114"/>
                  <a:pt x="291143" y="450376"/>
                </a:cubicBezTo>
                <a:cubicBezTo>
                  <a:pt x="296353" y="428234"/>
                  <a:pt x="320031" y="415074"/>
                  <a:pt x="332087" y="395785"/>
                </a:cubicBezTo>
                <a:cubicBezTo>
                  <a:pt x="403085" y="282188"/>
                  <a:pt x="326595" y="393120"/>
                  <a:pt x="373030" y="300251"/>
                </a:cubicBezTo>
                <a:cubicBezTo>
                  <a:pt x="380366" y="285580"/>
                  <a:pt x="391227" y="272956"/>
                  <a:pt x="400326" y="259308"/>
                </a:cubicBezTo>
                <a:cubicBezTo>
                  <a:pt x="404976" y="245358"/>
                  <a:pt x="433094" y="125094"/>
                  <a:pt x="468564" y="95535"/>
                </a:cubicBezTo>
                <a:cubicBezTo>
                  <a:pt x="484193" y="82510"/>
                  <a:pt x="504105" y="75383"/>
                  <a:pt x="523155" y="68239"/>
                </a:cubicBezTo>
                <a:cubicBezTo>
                  <a:pt x="644195" y="22849"/>
                  <a:pt x="650833" y="22672"/>
                  <a:pt x="741520" y="0"/>
                </a:cubicBezTo>
                <a:lnTo>
                  <a:pt x="973532" y="27296"/>
                </a:lnTo>
                <a:cubicBezTo>
                  <a:pt x="1005452" y="31286"/>
                  <a:pt x="1038549" y="30771"/>
                  <a:pt x="1069066" y="40943"/>
                </a:cubicBezTo>
                <a:cubicBezTo>
                  <a:pt x="1107668" y="53810"/>
                  <a:pt x="1140468" y="80423"/>
                  <a:pt x="1178248" y="95535"/>
                </a:cubicBezTo>
                <a:cubicBezTo>
                  <a:pt x="1223741" y="113732"/>
                  <a:pt x="1271712" y="126664"/>
                  <a:pt x="1314726" y="150126"/>
                </a:cubicBezTo>
                <a:cubicBezTo>
                  <a:pt x="1590887" y="300759"/>
                  <a:pt x="1394238" y="231222"/>
                  <a:pt x="1519442" y="272955"/>
                </a:cubicBezTo>
                <a:cubicBezTo>
                  <a:pt x="1555836" y="300251"/>
                  <a:pt x="1590772" y="329607"/>
                  <a:pt x="1628624" y="354842"/>
                </a:cubicBezTo>
                <a:cubicBezTo>
                  <a:pt x="1757993" y="441088"/>
                  <a:pt x="1954439" y="544180"/>
                  <a:pt x="2065352" y="655093"/>
                </a:cubicBezTo>
                <a:cubicBezTo>
                  <a:pt x="2215854" y="805595"/>
                  <a:pt x="2154527" y="730806"/>
                  <a:pt x="2256421" y="873457"/>
                </a:cubicBezTo>
                <a:cubicBezTo>
                  <a:pt x="2265520" y="900752"/>
                  <a:pt x="2276739" y="927430"/>
                  <a:pt x="2283717" y="955343"/>
                </a:cubicBezTo>
                <a:cubicBezTo>
                  <a:pt x="2303878" y="1035988"/>
                  <a:pt x="2288327" y="1023767"/>
                  <a:pt x="2311012" y="1091821"/>
                </a:cubicBezTo>
                <a:cubicBezTo>
                  <a:pt x="2318759" y="1115062"/>
                  <a:pt x="2329209" y="1137314"/>
                  <a:pt x="2338308" y="1160060"/>
                </a:cubicBezTo>
                <a:cubicBezTo>
                  <a:pt x="2361542" y="1369182"/>
                  <a:pt x="2363910" y="1303624"/>
                  <a:pt x="2311012" y="1610436"/>
                </a:cubicBezTo>
                <a:cubicBezTo>
                  <a:pt x="2301998" y="1662719"/>
                  <a:pt x="2287783" y="1685966"/>
                  <a:pt x="2242773" y="1705970"/>
                </a:cubicBezTo>
                <a:cubicBezTo>
                  <a:pt x="2216481" y="1717655"/>
                  <a:pt x="2160887" y="1733266"/>
                  <a:pt x="2160887" y="1733266"/>
                </a:cubicBezTo>
                <a:cubicBezTo>
                  <a:pt x="2095868" y="1730015"/>
                  <a:pt x="1906233" y="1731017"/>
                  <a:pt x="1806045" y="1705970"/>
                </a:cubicBezTo>
                <a:cubicBezTo>
                  <a:pt x="1742309" y="1690036"/>
                  <a:pt x="1715629" y="1673091"/>
                  <a:pt x="1655920" y="1651379"/>
                </a:cubicBezTo>
                <a:cubicBezTo>
                  <a:pt x="1571272" y="1620598"/>
                  <a:pt x="1586730" y="1626623"/>
                  <a:pt x="1505794" y="1610436"/>
                </a:cubicBezTo>
                <a:cubicBezTo>
                  <a:pt x="1473949" y="1596788"/>
                  <a:pt x="1442820" y="1581333"/>
                  <a:pt x="1410260" y="1569493"/>
                </a:cubicBezTo>
                <a:cubicBezTo>
                  <a:pt x="1392632" y="1563083"/>
                  <a:pt x="1373765" y="1560780"/>
                  <a:pt x="1355669" y="1555845"/>
                </a:cubicBezTo>
                <a:cubicBezTo>
                  <a:pt x="1323717" y="1547131"/>
                  <a:pt x="1291980" y="1537648"/>
                  <a:pt x="1260135" y="1528549"/>
                </a:cubicBezTo>
                <a:cubicBezTo>
                  <a:pt x="1246487" y="1519451"/>
                  <a:pt x="1233862" y="1508589"/>
                  <a:pt x="1219191" y="1501254"/>
                </a:cubicBezTo>
                <a:cubicBezTo>
                  <a:pt x="1206324" y="1494820"/>
                  <a:pt x="1191394" y="1493449"/>
                  <a:pt x="1178248" y="1487606"/>
                </a:cubicBezTo>
                <a:cubicBezTo>
                  <a:pt x="1150361" y="1475212"/>
                  <a:pt x="1122530" y="1462364"/>
                  <a:pt x="1096361" y="1446663"/>
                </a:cubicBezTo>
                <a:cubicBezTo>
                  <a:pt x="1076856" y="1434960"/>
                  <a:pt x="1062477" y="1415132"/>
                  <a:pt x="1041770" y="1405720"/>
                </a:cubicBezTo>
                <a:cubicBezTo>
                  <a:pt x="1011620" y="1392015"/>
                  <a:pt x="977890" y="1388164"/>
                  <a:pt x="946236" y="1378424"/>
                </a:cubicBezTo>
                <a:cubicBezTo>
                  <a:pt x="946175" y="1378405"/>
                  <a:pt x="843908" y="1344315"/>
                  <a:pt x="823406" y="1337481"/>
                </a:cubicBezTo>
                <a:lnTo>
                  <a:pt x="782463" y="1323833"/>
                </a:lnTo>
                <a:cubicBezTo>
                  <a:pt x="768815" y="1319284"/>
                  <a:pt x="754387" y="1316618"/>
                  <a:pt x="741520" y="1310185"/>
                </a:cubicBezTo>
                <a:cubicBezTo>
                  <a:pt x="723323" y="1301087"/>
                  <a:pt x="705520" y="1291153"/>
                  <a:pt x="686929" y="1282890"/>
                </a:cubicBezTo>
                <a:cubicBezTo>
                  <a:pt x="664542" y="1272940"/>
                  <a:pt x="639697" y="1268198"/>
                  <a:pt x="618690" y="1255594"/>
                </a:cubicBezTo>
                <a:cubicBezTo>
                  <a:pt x="593712" y="1240607"/>
                  <a:pt x="575153" y="1216442"/>
                  <a:pt x="550451" y="1201003"/>
                </a:cubicBezTo>
                <a:cubicBezTo>
                  <a:pt x="538252" y="1193378"/>
                  <a:pt x="522375" y="1193789"/>
                  <a:pt x="509508" y="1187355"/>
                </a:cubicBezTo>
                <a:cubicBezTo>
                  <a:pt x="449614" y="1157408"/>
                  <a:pt x="485743" y="1156687"/>
                  <a:pt x="413973" y="1132764"/>
                </a:cubicBezTo>
                <a:cubicBezTo>
                  <a:pt x="299385" y="1094568"/>
                  <a:pt x="325980" y="1114727"/>
                  <a:pt x="222905" y="1091821"/>
                </a:cubicBezTo>
                <a:cubicBezTo>
                  <a:pt x="208861" y="1088700"/>
                  <a:pt x="196068" y="1080994"/>
                  <a:pt x="181961" y="1078173"/>
                </a:cubicBezTo>
                <a:cubicBezTo>
                  <a:pt x="-62528" y="1029276"/>
                  <a:pt x="193663" y="1091335"/>
                  <a:pt x="31836" y="1050878"/>
                </a:cubicBezTo>
                <a:cubicBezTo>
                  <a:pt x="27287" y="1032681"/>
                  <a:pt x="23341" y="1014322"/>
                  <a:pt x="18188" y="996287"/>
                </a:cubicBezTo>
                <a:cubicBezTo>
                  <a:pt x="4662" y="948945"/>
                  <a:pt x="-14891" y="931344"/>
                  <a:pt x="18188" y="873457"/>
                </a:cubicBezTo>
                <a:cubicBezTo>
                  <a:pt x="27631" y="856932"/>
                  <a:pt x="52308" y="873457"/>
                  <a:pt x="59132" y="873457"/>
                </a:cubicBezTo>
                <a:close/>
              </a:path>
            </a:pathLst>
          </a:cu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1"/>
          <p:cNvPicPr/>
          <p:nvPr/>
        </p:nvPicPr>
        <p:blipFill>
          <a:blip r:embed="rId1"/>
          <a:stretch/>
        </p:blipFill>
        <p:spPr>
          <a:xfrm>
            <a:off x="5105520" y="990720"/>
            <a:ext cx="1828440" cy="1676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67" name="Table 2"/>
          <p:cNvGraphicFramePr/>
          <p:nvPr/>
        </p:nvGraphicFramePr>
        <p:xfrm>
          <a:off x="3809880" y="4724280"/>
          <a:ext cx="4723920" cy="1218960"/>
        </p:xfrm>
        <a:graphic>
          <a:graphicData uri="http://schemas.openxmlformats.org/drawingml/2006/table">
            <a:tbl>
              <a:tblPr/>
              <a:tblGrid>
                <a:gridCol w="1574640"/>
                <a:gridCol w="1574640"/>
                <a:gridCol w="157464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Column1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Column2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Column3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data1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data2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data3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68" name="Straight Arrow Connector 7"/>
          <p:cNvCxnSpPr/>
          <p:nvPr/>
        </p:nvCxnSpPr>
        <p:spPr>
          <a:xfrm flipV="1">
            <a:off x="5943600" y="2743200"/>
            <a:ext cx="360" cy="1905120"/>
          </a:xfrm>
          <a:prstGeom prst="straightConnector1">
            <a:avLst/>
          </a:prstGeom>
          <a:ln>
            <a:solidFill>
              <a:srgbClr val="4A7EBB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9" name="Elbow Connector 9"/>
          <p:cNvCxnSpPr>
            <a:endCxn id="66" idx="1"/>
          </p:cNvCxnSpPr>
          <p:nvPr/>
        </p:nvCxnSpPr>
        <p:spPr>
          <a:xfrm flipV="1">
            <a:off x="2361960" y="1828800"/>
            <a:ext cx="2743920" cy="1371960"/>
          </a:xfrm>
          <a:prstGeom prst="bentConnector3">
            <a:avLst>
              <a:gd name="adj1" fmla="val 50006"/>
            </a:avLst>
          </a:prstGeom>
          <a:ln>
            <a:solidFill>
              <a:srgbClr val="4A7EBB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PPTX </a:t>
            </a:r>
            <a:r>
              <a:rPr lang="en-US" sz="4400" b="0" u="sng" strike="noStrike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Title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Subtitle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And second line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4"/>
          <p:cNvGrpSpPr/>
          <p:nvPr/>
        </p:nvGrpSpPr>
        <p:grpSpPr>
          <a:xfrm>
            <a:off x="1523880" y="1371600"/>
            <a:ext cx="3276360" cy="1932120"/>
            <a:chOff x="1523880" y="1371600"/>
            <a:chExt cx="3276360" cy="1932120"/>
          </a:xfrm>
        </p:grpSpPr>
        <p:sp>
          <p:nvSpPr>
            <p:cNvPr id="73" name="Rectangle 1"/>
            <p:cNvSpPr/>
            <p:nvPr/>
          </p:nvSpPr>
          <p:spPr>
            <a:xfrm>
              <a:off x="1523880" y="1371600"/>
              <a:ext cx="1752120" cy="761760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4" name="Oval 2"/>
            <p:cNvSpPr/>
            <p:nvPr/>
          </p:nvSpPr>
          <p:spPr>
            <a:xfrm>
              <a:off x="3886200" y="1905120"/>
              <a:ext cx="914040" cy="914040"/>
            </a:xfrm>
            <a:prstGeom prst="ellipse">
              <a:avLst/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" name="Right Arrow 3"/>
            <p:cNvSpPr/>
            <p:nvPr/>
          </p:nvSpPr>
          <p:spPr>
            <a:xfrm>
              <a:off x="1828800" y="2819520"/>
              <a:ext cx="978120" cy="484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Table 1"/>
          <p:cNvGraphicFramePr/>
          <p:nvPr/>
        </p:nvGraphicFramePr>
        <p:xfrm>
          <a:off x="1523880" y="1397160"/>
          <a:ext cx="6095520" cy="2224800"/>
        </p:xfrm>
        <a:graphic>
          <a:graphicData uri="http://schemas.openxmlformats.org/drawingml/2006/table">
            <a:tbl>
              <a:tblPr/>
              <a:tblGrid>
                <a:gridCol w="1143000"/>
                <a:gridCol w="3047760"/>
                <a:gridCol w="19047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header1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header2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header3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B3 and C3 are merged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Table 1"/>
          <p:cNvGraphicFramePr/>
          <p:nvPr/>
        </p:nvGraphicFramePr>
        <p:xfrm>
          <a:off x="685800" y="2133720"/>
          <a:ext cx="7848360" cy="1854000"/>
        </p:xfrm>
        <a:graphic>
          <a:graphicData uri="http://schemas.openxmlformats.org/drawingml/2006/table">
            <a:tbl>
              <a:tblPr/>
              <a:tblGrid>
                <a:gridCol w="2589120"/>
                <a:gridCol w="52592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Link Type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Target URI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hlinkClick r:id="rId1"/>
                        </a:rPr>
                        <a:t>Web Page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http://poi.apache.org/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hlinkClick r:id="rId2" action="ppaction://hlinksldjump"/>
                        </a:rPr>
                        <a:t>Place in this document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/ppt/slides/slide2.xml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sng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hlinkClick r:id="rId3"/>
                        </a:rPr>
                        <a:t>Email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mailto:dev@poi.apache.org?subject=Hi%20There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Hyperlinks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838080" y="914400"/>
            <a:ext cx="914040" cy="91404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2209680" y="914400"/>
            <a:ext cx="914040" cy="914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9"/>
          <p:cNvSpPr/>
          <p:nvPr/>
        </p:nvSpPr>
        <p:spPr>
          <a:xfrm>
            <a:off x="3429000" y="914400"/>
            <a:ext cx="914040" cy="914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0"/>
          <p:cNvSpPr/>
          <p:nvPr/>
        </p:nvSpPr>
        <p:spPr>
          <a:xfrm>
            <a:off x="4648320" y="914400"/>
            <a:ext cx="914040" cy="914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1"/>
          <p:cNvSpPr/>
          <p:nvPr/>
        </p:nvSpPr>
        <p:spPr>
          <a:xfrm>
            <a:off x="5943600" y="914400"/>
            <a:ext cx="914040" cy="9140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2"/>
          <p:cNvSpPr/>
          <p:nvPr/>
        </p:nvSpPr>
        <p:spPr>
          <a:xfrm>
            <a:off x="7543800" y="914400"/>
            <a:ext cx="914040" cy="914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LibreOffice/26.2.5.2$Linux_X86_64 LibreOffice_project/cd7284b4cbbfeb507e630c1aac019f4157393acb</Application>
  <AppVersion>15.0000</AppVersion>
  <Words>49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yegor</dc:creator>
  <dc:description/>
  <dc:language>en-US</dc:language>
  <cp:lastModifiedBy>Yegor Kozlov</cp:lastModifiedBy>
  <dcterms:modified xsi:type="dcterms:W3CDTF">2011-10-17T12:02:06Z</dcterms:modified>
  <cp:revision>18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6</vt:r8>
  </property>
</Properties>
</file>