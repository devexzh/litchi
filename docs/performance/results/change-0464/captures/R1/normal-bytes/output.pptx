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1.png" ContentType="image/png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-copy1.png" ContentType="image/png"/>
  <Override PartName="/ppt/slides/slide2.xml" ContentType="application/vnd.openxmlformats-officedocument.presentationml.slide+xml"/>
  <Override PartName="/ppt/media/image1-copy2.png" ContentType="image/png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  <p:sldId xmlns:p="http://schemas.openxmlformats.org/presentationml/2006/main" xmlns:r="http://schemas.openxmlformats.org/officeDocument/2006/relationships" id="258" r:id="rId5"/>
    <p:sldId xmlns:p="http://schemas.openxmlformats.org/presentationml/2006/main" xmlns:r="http://schemas.openxmlformats.org/officeDocument/2006/relationships" id="257" r:id="rId4"/>
  </p:sldIdLst>
  <p:sldSz cx="10080625" cy="7559675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64569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092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45000"/>
              <a:buFont typeface="StarSymbol"/>
              <a:buChar char=""/>
            </a:pPr>
            <a:r>
              <a:rPr lang="en-US"/>
              <a:t>Second Outline Level</a:t>
            </a:r>
            <a:endParaRPr/>
          </a:p>
          <a:p>
            <a:pPr lvl="2">
              <a:buSzPct val="75000"/>
              <a:buFont typeface="StarSymbol"/>
              <a:buChar char=""/>
            </a:pPr>
            <a:r>
              <a:rPr lang="en-US"/>
              <a:t>Third Outline Level</a:t>
            </a:r>
            <a:endParaRPr/>
          </a:p>
          <a:p>
            <a:pPr lvl="3">
              <a:buSzPct val="45000"/>
              <a:buFont typeface="StarSymbol"/>
              <a:buChar char=""/>
            </a:pPr>
            <a:r>
              <a:rPr lang="en-US"/>
              <a:t>Fourth Outline Level</a:t>
            </a:r>
            <a:endParaRPr/>
          </a:p>
          <a:p>
            <a:pPr lvl="4">
              <a:buSzPct val="75000"/>
              <a:buFont typeface="StarSymbol"/>
              <a:buChar char="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  <a:p>
            <a:pPr lvl="7">
              <a:buSzPct val="45000"/>
              <a:buFont typeface="StarSymbol"/>
              <a:buChar char=""/>
            </a:pPr>
            <a:r>
              <a:rPr lang="en-US"/>
              <a:t>Eighth Outline Level</a:t>
            </a:r>
            <a:endParaRPr/>
          </a:p>
          <a:p>
            <a:pPr lvl="8">
              <a:buSzPct val="45000"/>
              <a:buFont typeface="StarSymbol"/>
              <a:buChar char=""/>
            </a:pPr>
            <a:r>
              <a:rPr lang="en-US"/>
              <a:t>Ninth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r>
              <a:rPr lang="en-US"/>
              <a:t>&lt;date/time&gt;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bIns="0" lIns="0" rIns="0" tIns="0" wrap="none"/>
          <a:p>
            <a:pPr algn="ctr"/>
            <a:r>
              <a:rPr lang="en-US"/>
              <a:t>&lt;footer&gt;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pPr algn="r"/>
            <a:fld id="{F101B131-2191-4171-A1C1-B1B181B111F1}" type="slidenum">
              <a:rPr lang="en-US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-copy1.pn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1-copy2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Hello</a:t>
            </a:r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b="1" lang="en-US"/>
              <a:t>Radekski :-)</a:t>
            </a:r>
            <a:endParaRPr/>
          </a:p>
        </p:txBody>
      </p:sp>
      <p:pic>
        <p:nvPicPr>
          <p:cNvPr descr="" id="3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16120" y="2011680"/>
            <a:ext cx="1161720" cy="1142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Hello</a:t>
            </a:r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b="1" lang="en-US"/>
              <a:t>Radekski :-)</a:t>
            </a:r>
            <a:endParaRPr/>
          </a:p>
        </p:txBody>
      </p:sp>
      <p:pic>
        <p:nvPicPr>
          <p:cNvPr descr="" id="3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16120" y="2011680"/>
            <a:ext cx="1161720" cy="1142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Hello</a:t>
            </a:r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b="1" lang="en-US"/>
              <a:t>Radekski :-)</a:t>
            </a:r>
            <a:endParaRPr/>
          </a:p>
        </p:txBody>
      </p:sp>
      <p:pic>
        <p:nvPicPr>
          <p:cNvPr descr="" id="3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16120" y="2011680"/>
            <a:ext cx="1161720" cy="1142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