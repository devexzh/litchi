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1.png" ContentType="image/png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-copy1.png" ContentType="image/png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  <p:sldId xmlns:p="http://schemas.openxmlformats.org/presentationml/2006/main" xmlns:r="http://schemas.openxmlformats.org/officeDocument/2006/relationships" id="257" r:id="rId4"/>
  </p:sldIdLst>
  <p:sldSz cx="10080625" cy="7559675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Relationship Id="rId4" Type="http://schemas.openxmlformats.org/officeDocument/2006/relationships/slide" Target="slides/slide2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nly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64569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37508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AndTwoObj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1960" y="437508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Over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375080"/>
            <a:ext cx="907092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ver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375080"/>
            <a:ext cx="907164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fourObj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1960" y="437508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37508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560" cy="237960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"/>
            </a:pPr>
            <a:r>
              <a:rPr lang="en-US"/>
              <a:t>Click to edit the outline text format</a:t>
            </a:r>
            <a:endParaRPr/>
          </a:p>
          <a:p>
            <a:pPr lvl="1">
              <a:buSzPct val="45000"/>
              <a:buFont typeface="StarSymbol"/>
              <a:buChar char=""/>
            </a:pPr>
            <a:r>
              <a:rPr lang="en-US"/>
              <a:t>Second Outline Level</a:t>
            </a:r>
            <a:endParaRPr/>
          </a:p>
          <a:p>
            <a:pPr lvl="2">
              <a:buSzPct val="75000"/>
              <a:buFont typeface="StarSymbol"/>
              <a:buChar char=""/>
            </a:pPr>
            <a:r>
              <a:rPr lang="en-US"/>
              <a:t>Third Outline Level</a:t>
            </a:r>
            <a:endParaRPr/>
          </a:p>
          <a:p>
            <a:pPr lvl="3">
              <a:buSzPct val="45000"/>
              <a:buFont typeface="StarSymbol"/>
              <a:buChar char=""/>
            </a:pPr>
            <a:r>
              <a:rPr lang="en-US"/>
              <a:t>Fourth Outline Level</a:t>
            </a:r>
            <a:endParaRPr/>
          </a:p>
          <a:p>
            <a:pPr lvl="4">
              <a:buSzPct val="75000"/>
              <a:buFont typeface="StarSymbol"/>
              <a:buChar char=""/>
            </a:pPr>
            <a:r>
              <a:rPr lang="en-US"/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/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/>
              <a:t>Seventh Outline Level</a:t>
            </a:r>
            <a:endParaRPr/>
          </a:p>
          <a:p>
            <a:pPr lvl="7">
              <a:buSzPct val="45000"/>
              <a:buFont typeface="StarSymbol"/>
              <a:buChar char=""/>
            </a:pPr>
            <a:r>
              <a:rPr lang="en-US"/>
              <a:t>Eighth Outline Level</a:t>
            </a:r>
            <a:endParaRPr/>
          </a:p>
          <a:p>
            <a:pPr lvl="8">
              <a:buSzPct val="45000"/>
              <a:buFont typeface="StarSymbol"/>
              <a:buChar char=""/>
            </a:pPr>
            <a:r>
              <a:rPr lang="en-US"/>
              <a:t>Ninth Outline Level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r>
              <a:rPr lang="en-US"/>
              <a:t>&lt;date/time&gt;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bIns="0" lIns="0" rIns="0" tIns="0" wrap="none"/>
          <a:p>
            <a:pPr algn="ctr"/>
            <a:r>
              <a:rPr lang="en-US"/>
              <a:t>&lt;footer&gt;</a:t>
            </a:r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pPr algn="r"/>
            <a:fld id="{F101B131-2191-4171-A1C1-B1B181B111F1}" type="slidenum">
              <a:rPr lang="en-US"/>
              <a:t>&lt;number&gt;</a:t>
            </a:fld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-copy1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Hello</a:t>
            </a:r>
            <a:endParaRPr/>
          </a:p>
        </p:txBody>
      </p:sp>
      <p:sp>
        <p:nvSpPr>
          <p:cNvPr id="38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b="1" lang="en-US"/>
              <a:t>Radekski :-)</a:t>
            </a:r>
            <a:endParaRPr/>
          </a:p>
        </p:txBody>
      </p:sp>
      <p:pic>
        <p:nvPicPr>
          <p:cNvPr descr="" id="39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4416120" y="2011680"/>
            <a:ext cx="1161720" cy="1142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Hello</a:t>
            </a:r>
            <a:endParaRPr/>
          </a:p>
        </p:txBody>
      </p:sp>
      <p:sp>
        <p:nvSpPr>
          <p:cNvPr id="38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b="1" lang="en-US"/>
              <a:t>Radekski :-)</a:t>
            </a:r>
            <a:endParaRPr/>
          </a:p>
        </p:txBody>
      </p:sp>
      <p:pic>
        <p:nvPicPr>
          <p:cNvPr descr="" id="39" name=""/>
          <p:cNvPicPr/>
          <p:nvPr/>
        </p:nvPicPr>
        <p:blipFill>
          <a:blip r:embed="rId1"/>
          <a:stretch>
            <a:fillRect/>
          </a:stretch>
        </p:blipFill>
        <p:spPr>
          <a:xfrm>
            <a:off x="4416120" y="2011680"/>
            <a:ext cx="1161720" cy="1142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