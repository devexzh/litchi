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056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907128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0400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200" cy="498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1960" y="176904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1960" y="4375080"/>
            <a:ext cx="4426200" cy="237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Shape 2"/>
          <p:cNvSpPr/>
          <p:nvPr/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Radekski :-)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4416120" y="2011680"/>
            <a:ext cx="1161360" cy="11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Shape 2"/>
          <p:cNvSpPr/>
          <p:nvPr/>
        </p:nvSpPr>
        <p:spPr>
          <a:xfrm>
            <a:off x="504000" y="1769040"/>
            <a:ext cx="9071280" cy="49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Radekski :-)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4416120" y="2011680"/>
            <a:ext cx="1161360" cy="114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