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056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128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Shape 2"/>
          <p:cNvSpPr/>
          <p:nvPr/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Radekski :-)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4416120" y="2011680"/>
            <a:ext cx="116136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Shape 2"/>
          <p:cNvSpPr/>
          <p:nvPr/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Radekski :-)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4416120" y="2011680"/>
            <a:ext cx="116136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Shape 2"/>
          <p:cNvSpPr/>
          <p:nvPr/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Radekski :-)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4416120" y="2011680"/>
            <a:ext cx="116136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