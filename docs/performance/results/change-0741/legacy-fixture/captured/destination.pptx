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4"/>
    <p:sldId id="257" r:id="rId5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NotesMaster" Type="http://schemas.openxmlformats.org/officeDocument/2006/relationships/notesMaster" Target="notesMasters/notesMaster1.xml"/><Relationship Id="rIdTableStyles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destination first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destination first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destination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ge 0741 destination last"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 0741 destination last</a:t>
            </a:r>
          </a:p>
        </p:txBody>
      </p:sp>
      <p:sp>
        <p:nvSpPr>
          <p:cNvPr id="3" name="TextBox"/>
          <p:cNvSpPr txBox="1"/>
          <p:nvPr/>
        </p:nvSpPr>
        <p:spPr>
          <a:xfrm>
            <a:off x="10" y="20"/>
            <a:ext cx="300" cy="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change-0741-body:Change 0741 destination last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The Litchi Rust Library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