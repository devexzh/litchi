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-copy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4"/>
    <p:sldId xmlns:p="http://schemas.openxmlformats.org/presentationml/2006/main" xmlns:r="http://schemas.openxmlformats.org/officeDocument/2006/relationships" id="258" r:id="rId6"/>
    <p:sldId id="257" r:id="rId5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1-copy1.xml"/><Relationship Id="rIdNotesMaster" Type="http://schemas.openxmlformats.org/officeDocument/2006/relationships/notesMaster" Target="notesMasters/notesMaster1.xml"/><Relationship Id="rIdTableStyles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-copy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nge0741Image" Type="http://schemas.openxmlformats.org/officeDocument/2006/relationships/image" Target="../media/change-0741-store-image-copy1.png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-copy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source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source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source</a:t>
            </a:r>
          </a:p>
        </p:txBody>
      </p:sp>
      <p:pic>
        <p:nvPicPr>
          <p:cNvPr id="42" name="Change 0741 Store Image"/>
          <p:cNvPicPr/>
          <p:nvPr/>
        </p:nvPicPr>
        <p:blipFill>
          <a:blip r:embed="rIdChange0741Image"/>
          <a:stretch>
            <a:fillRect/>
          </a:stretch>
        </p:blipFill>
        <p:spPr>
          <a:xfrm>
            <a:off x="1" y="2"/>
            <a:ext cx="3" cy="4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destination first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destination first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destination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destination last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destination last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destination last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The Litchi Rust Library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