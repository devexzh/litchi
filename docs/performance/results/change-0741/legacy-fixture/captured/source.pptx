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otesMaster"/>
  </p:notesMasterIdLst>
  <p:sldIdLst>
    <p:sldId id="256" r:id="rId4"/>
  </p:sldIdLst>
  <p:sldSz cx="9144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" Target="slides/slide1.xml"/><Relationship Id="rIdNotesMaster" Type="http://schemas.openxmlformats.org/officeDocument/2006/relationships/notesMaster" Target="notesMasters/notesMaster1.xml"/><Relationship Id="rIdTableStyles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hange0741Image" Type="http://schemas.openxmlformats.org/officeDocument/2006/relationships/image" Target="../media/change-0741-store-imag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ge 0741 source"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 0741 source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10" y="20"/>
            <a:ext cx="300" cy="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change-0741-body:Change 0741 source</a:t>
            </a:r>
          </a:p>
        </p:txBody>
      </p:sp>
      <p:pic>
        <p:nvPicPr>
          <p:cNvPr id="42" name="Change 0741 Store Image"/>
          <p:cNvPicPr/>
          <p:nvPr/>
        </p:nvPicPr>
        <p:blipFill>
          <a:blip r:embed="rIdChange0741Image"/>
          <a:stretch>
            <a:fillRect/>
          </a:stretch>
        </p:blipFill>
        <p:spPr>
          <a:xfrm>
            <a:off x="1" y="2"/>
            <a:ext cx="3" cy="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The Litchi Rust Library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