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otesMaster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NotesMaster" Type="http://schemas.openxmlformats.org/officeDocument/2006/relationships/notesMaster" Target="notesMasters/notesMaster1.xml"/><Relationship Id="rIdTableStyles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The Litchi Rust Library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