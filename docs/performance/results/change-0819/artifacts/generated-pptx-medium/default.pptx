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NotesMaster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6858000" type="screen4x3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NotesMaster" Type="http://schemas.openxmlformats.org/officeDocument/2006/relationships/notesMaster" Target="notesMasters/notesMaster1.xml"/><Relationship Id="rIdTableStyles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litchi-perf-0638-ordinary-save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litchi-perf-baseline-pptx-semantic-v1-source-000-001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litchi-perf-baseline-pptx-semantic-v1-source-000-002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litchi-perf-baseline-pptx-semantic-v1-source-000-003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litchi-perf-baseline-pptx-semantic-v1-source-000-004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litchi-perf-baseline-pptx-semantic-v1-source-000-005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litchi-perf-baseline-pptx-semantic-v1-source-000-006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litchi-perf-baseline-pptx-semantic-v1-source-000-007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litchi-perf-baseline-pptx-semantic-v1-source-001-000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litchi-perf-baseline-pptx-semantic-v1-source-001-001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litchi-perf-baseline-pptx-semantic-v1-source-001-002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litchi-perf-baseline-pptx-semantic-v1-source-001-003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litchi-perf-baseline-pptx-semantic-v1-source-001-004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litchi-perf-baseline-pptx-semantic-v1-source-001-005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litchi-perf-baseline-pptx-semantic-v1-source-001-006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litchi-perf-baseline-pptx-semantic-v1-source-001-007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litchi-perf-baseline-pptx-semantic-v1-source-002-000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litchi-perf-baseline-pptx-semantic-v1-source-002-001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litchi-perf-baseline-pptx-semantic-v1-source-002-002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litchi-perf-baseline-pptx-semantic-v1-source-002-003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litchi-perf-baseline-pptx-semantic-v1-source-002-004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litchi-perf-baseline-pptx-semantic-v1-source-002-005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litchi-perf-baseline-pptx-semantic-v1-source-002-006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litchi-perf-baseline-pptx-semantic-v1-source-002-007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litchi-perf-baseline-pptx-semantic-v1-source-003-000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litchi-perf-baseline-pptx-semantic-v1-source-003-001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litchi-perf-baseline-pptx-semantic-v1-source-003-002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litchi-perf-baseline-pptx-semantic-v1-source-003-003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litchi-perf-baseline-pptx-semantic-v1-source-003-004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litchi-perf-baseline-pptx-semantic-v1-source-003-005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litchi-perf-baseline-pptx-semantic-v1-source-003-006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litchi-perf-baseline-pptx-semantic-v1-source-003-007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litchi-perf-baseline-pptx-semantic-v1-source-004-000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litchi-perf-baseline-pptx-semantic-v1-source-004-001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litchi-perf-baseline-pptx-semantic-v1-source-004-002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litchi-perf-baseline-pptx-semantic-v1-source-004-003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litchi-perf-baseline-pptx-semantic-v1-source-004-004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litchi-perf-baseline-pptx-semantic-v1-source-004-005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litchi-perf-baseline-pptx-semantic-v1-source-004-006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litchi-perf-baseline-pptx-semantic-v1-source-004-007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litchi-perf-baseline-pptx-semantic-v1-source-005-000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litchi-perf-baseline-pptx-semantic-v1-source-005-001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litchi-perf-baseline-pptx-semantic-v1-source-005-002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litchi-perf-baseline-pptx-semantic-v1-source-005-003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litchi-perf-baseline-pptx-semantic-v1-source-005-004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litchi-perf-baseline-pptx-semantic-v1-source-005-005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litchi-perf-baseline-pptx-semantic-v1-source-005-006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litchi-perf-baseline-pptx-semantic-v1-source-005-007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litchi-perf-baseline-pptx-semantic-v1-source-006-000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litchi-perf-baseline-pptx-semantic-v1-source-006-001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litchi-perf-baseline-pptx-semantic-v1-source-006-002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litchi-perf-baseline-pptx-semantic-v1-source-006-003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litchi-perf-baseline-pptx-semantic-v1-source-006-004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litchi-perf-baseline-pptx-semantic-v1-source-006-005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litchi-perf-baseline-pptx-semantic-v1-source-006-006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litchi-perf-baseline-pptx-semantic-v1-source-006-007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litchi-perf-baseline-pptx-semantic-v1-source-007-000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litchi-perf-baseline-pptx-semantic-v1-source-007-001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litchi-perf-baseline-pptx-semantic-v1-source-007-002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litchi-perf-baseline-pptx-semantic-v1-source-007-003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litchi-perf-baseline-pptx-semantic-v1-source-007-004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litchi-perf-baseline-pptx-semantic-v1-source-007-005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litchi-perf-baseline-pptx-semantic-v1-source-007-006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litchi-perf-baseline-pptx-semantic-v1-source-007-007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litchi-perf-baseline-pptx-semantic-v1-source-008-000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litchi-perf-baseline-pptx-semantic-v1-source-008-001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litchi-perf-baseline-pptx-semantic-v1-source-008-002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litchi-perf-baseline-pptx-semantic-v1-source-008-003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litchi-perf-baseline-pptx-semantic-v1-source-008-004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litchi-perf-baseline-pptx-semantic-v1-source-008-005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litchi-perf-baseline-pptx-semantic-v1-source-008-006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litchi-perf-baseline-pptx-semantic-v1-source-008-007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litchi-perf-baseline-pptx-semantic-v1-source-009-000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litchi-perf-baseline-pptx-semantic-v1-source-009-001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litchi-perf-baseline-pptx-semantic-v1-source-009-002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litchi-perf-baseline-pptx-semantic-v1-source-009-003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litchi-perf-baseline-pptx-semantic-v1-source-009-004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litchi-perf-baseline-pptx-semantic-v1-source-009-005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litchi-perf-baseline-pptx-semantic-v1-source-009-006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litchi-perf-baseline-pptx-semantic-v1-source-009-007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litchi-perf-baseline-pptx-semantic-v1-source-010-000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litchi-perf-baseline-pptx-semantic-v1-source-010-001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litchi-perf-baseline-pptx-semantic-v1-source-010-002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litchi-perf-baseline-pptx-semantic-v1-source-010-003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litchi-perf-baseline-pptx-semantic-v1-source-010-004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litchi-perf-baseline-pptx-semantic-v1-source-010-005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litchi-perf-baseline-pptx-semantic-v1-source-010-006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litchi-perf-baseline-pptx-semantic-v1-source-010-007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spTree>
      <p:nvGrpSpPr>
        <p:cNvPr id="1" name=""/>
        <p:cNvGrpSpPr/>
        <p:nvPr/>
      </p:nvGrpSpPr>
      <p:grpSpPr/>
      <p:sp>
        <p:nvSpPr>
          <p:cNvPr id="3" name="TextBox"/>
          <p:cNvSpPr txBox="1"/>
          <p:nvPr/>
        </p:nvSpPr>
        <p:spPr>
          <a:xfrm>
            <a:off x="3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litchi-perf-baseline-pptx-semantic-v1-source-011-000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21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litchi-perf-baseline-pptx-semantic-v1-source-011-001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39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litchi-perf-baseline-pptx-semantic-v1-source-011-002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76" y="3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litchi-perf-baseline-pptx-semantic-v1-source-011-003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3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litchi-perf-baseline-pptx-semantic-v1-source-011-004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1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litchi-perf-baseline-pptx-semantic-v1-source-011-005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9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litchi-perf-baseline-pptx-semantic-v1-source-011-006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76" y="126"/>
            <a:ext cx="144" cy="54"/>
          </a:xfrm>
          <a:prstGeom prst="rect">
            <a:avLst/>
          </a:prstGeom>
        </p:spPr>
        <p:txBody>
          <a:bodyPr/>
          <a:lstStyle/>
          <a:p>
            <a:r>
              <a:rPr lang="en-US"/>
              <a:t>litchi-perf-baseline-pptx-semantic-v1-source-011-007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The Litchi Rust Library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