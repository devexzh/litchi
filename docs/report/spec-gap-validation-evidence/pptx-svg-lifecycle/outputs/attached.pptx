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dia/opaque.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media/vector.svg" ContentType="image/svg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Slide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Raster" Type="http://schemas.openxmlformats.org/officeDocument/2006/relationships/image" Target="../media/raster.png"/><Relationship Id="rIdSvg" Type="http://schemas.openxmlformats.org/officeDocument/2006/relationships/image" Target="../media/vector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future="urn:litchi:future">
  <p:cSld>
    <p:spTree>
      <p:nvGrpSpPr>
        <p:cNvPr id="1" name=""/>
        <p:cNvGrpSpPr/>
        <p:nvPr/>
      </p:nvGrpSpPr>
      <p:grpSpPr/>
      <p:pic>
        <p:nvPicPr>
          <p:cNvPr id="2" name="Raster picture"/>
          <p:cNvPicPr/>
          <p:nvPr/>
        </p:nvPicPr>
        <p:blipFill>
          <a:blip r:embed="rIdRaster">
            <a:extLst>
              <!-- retained before -->
              <a:ext uri="urn:future">
                <future:payload><![CDATA[<?future]]></future:payload>
              </a:ext>
              <!-- retained after -->
              <a:ext uri="{96DAC541-7B7A-43D3-8B79-37D633B846F1}">
                <asvg:svgBlip xmlns:asvg="http://schemas.microsoft.com/office/drawing/2016/SVG/main" xmlns:r="http://schemas.openxmlformats.org/officeDocument/2006/relationships" r:embed="rIdSvg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!-- retained trailing -->
</file>