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handoutMasterIdLst>
    <p:handoutMasterId r:id="rId6"/>
  </p:handoutMasterIdLst>
  <p:sldIdLst>
    <p:sldId id="256" r:id="rId2"/>
    <p:sldId id="257" r:id="rId3"/>
    <p:sldId id="258" r:id="rId4"/>
    <p:sldId id="259" r:id="rId5"/>
  </p:sldIdLst>
  <p:sldSz cx="12192000" cy="6858000"/>
  <p:notesSz cx="9144000" cy="6858000"/>
  <p:embeddedFontLst>
    <p:embeddedFont>
      <p:font typeface="Cambria Math" panose="02040503050406030204" pitchFamily="18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2"/>
  </p:normalViewPr>
  <p:slideViewPr>
    <p:cSldViewPr snapToGrid="0">
      <p:cViewPr varScale="1">
        <p:scale>
          <a:sx n="104" d="100"/>
          <a:sy n="104" d="100"/>
        </p:scale>
        <p:origin x="1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1" d="100"/>
          <a:sy n="111" d="100"/>
        </p:scale>
        <p:origin x="324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5D8B05-2C67-D2BD-29F7-68407EC83A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/>
              <a:t>HANDOUT_HEADER_009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20CF8B-9B26-BF83-8C52-5B1FF333C9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HANDOUT_FOOTER_009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7D63C-D40F-873E-5D2A-4478E1C51E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6DE4D-F03B-1045-88B9-D71A4B2E2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7090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46E60-E5C7-A1DF-384E-A22D0174F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221F4D-B7EB-47AD-E2A8-FD6D63932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EC618-B4A1-3C41-9583-44E46E9A3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47410-FC9D-1C4A-BB16-A0C5384FB93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BC254-D4E9-37FE-9D7E-39DDF62ED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F5831-0E16-973A-7233-9714185C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CED-9986-5849-94B7-2915159D6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074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FEB3-BB50-DA1B-AD41-59CB73A49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B5E8A-7E62-AE2F-B903-A98CA894B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EFEB5-E1FF-7542-B07D-2BD3D4C6E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47410-FC9D-1C4A-BB16-A0C5384FB93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64D71-0181-2483-55FA-3293C5F26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E02A9-02D7-962C-F5E9-898C0D2C1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CED-9986-5849-94B7-2915159D6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66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9BB07-8F64-63C0-8CF8-587336411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5881C-B86D-FF50-CAA2-DD14A534B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D4D74-69B1-B6A7-0738-83B658FA9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47410-FC9D-1C4A-BB16-A0C5384FB93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0F09F-F669-FC25-866E-391B7B8C7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0FBD7-8463-176D-1682-B68D7FED3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CED-9986-5849-94B7-2915159D6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52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F8EF7-AD31-157C-E256-0DA0C73E4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6A775-9137-0A5B-EDFF-96E2FBE9C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1EAFCC-7269-08ED-9012-652E1F5A2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FED83-A9A6-1E58-8618-17E6FE7F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47410-FC9D-1C4A-BB16-A0C5384FB93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EBA8F-53C6-91A5-C474-5B7BFE211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5E60F-1F10-AEFA-F291-FDEF80D9C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CED-9986-5849-94B7-2915159D6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24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A67D5-9C98-B0BF-D5AE-773E69FA1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B6508-2F49-7C79-229A-24E0377D3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3ECD80-FD9C-E4EE-1358-6A0F24998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FCA3C9-A93A-CCC8-FEB4-6FFB2E092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D352F8-8E45-D7BD-D1B3-E9387F5290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A0DDD-5636-5ABD-3C04-C48867BAF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47410-FC9D-1C4A-BB16-A0C5384FB93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B68F1C-B896-1491-6DD3-9E5755A79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A304D-4331-5CFE-FEF0-B8E3F25A7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CED-9986-5849-94B7-2915159D6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26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914C3-D8F2-74BA-DC73-8BA5D5EF6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27400-8293-52E4-47BC-26CDF60AB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47410-FC9D-1C4A-BB16-A0C5384FB93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1ED53D-AEEF-0992-C7C2-2B79F7948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90799A-C5BE-8323-AF14-A801DEE70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CED-9986-5849-94B7-2915159D6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223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3C05E2-3E8D-733E-1E8C-D22A33A1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47410-FC9D-1C4A-BB16-A0C5384FB93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BB1A7D-79AD-DA73-DA1B-000F04DC9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EB6FD-F6A5-A329-7767-9301CB87B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CED-9986-5849-94B7-2915159D6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1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5535F-07FE-3044-CD1A-847FF9A53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44AC9-A4B6-A7C2-96C3-2727B2B79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926C12-FC03-0D4D-A3CF-624E4E037D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D1D9D-59A6-50D1-9744-CCD6BC466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47410-FC9D-1C4A-BB16-A0C5384FB93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C0BCD-ED4E-8C23-C889-8000886A9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D4E14-13C5-7E78-2BB9-5FEC58A1F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CED-9986-5849-94B7-2915159D6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255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6C5C6-9251-8D5D-573F-946CF040D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08017B-5EDF-3948-3BDB-C20CD3FDD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FDA43-A683-3D7F-8A80-BDBC8AF3D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F7679-8DAB-DD44-6600-D81852A66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47410-FC9D-1C4A-BB16-A0C5384FB93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03507-4C65-4E28-9205-28F70AD90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1C2D4-E3D0-695B-F0C7-146A5503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CED-9986-5849-94B7-2915159D6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57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E10F0-BF86-F990-58EF-02C07841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3369F-E9F3-7B5D-5537-12AD62EF6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AFC41-81EC-1C32-6250-F9E20E82A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47410-FC9D-1C4A-BB16-A0C5384FB93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1605F-1D09-3F7D-703E-B5DBEBDB1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B8738-7FD8-B83B-ABAE-08422A85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CED-9986-5849-94B7-2915159D6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790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F0DDAD-3A85-650A-8E87-D0C032E95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7171C-34E8-AABD-6197-D69CE6618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96AB8-8B98-6588-3226-18A71BAF8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47410-FC9D-1C4A-BB16-A0C5384FB93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61E6C-D44F-6B87-F69A-01870F2D0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7F714-5EB8-04FB-CABE-7B036D7F9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3CED-9986-5849-94B7-2915159D6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13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52BD99-5883-7F13-D46E-AF5088125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29A1E-A7C8-C657-CCEC-7B3E3BDC1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C4719-47D5-A796-E4CA-761CFBE615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47410-FC9D-1C4A-BB16-A0C5384FB93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A8F0B-2F61-498F-D087-083DA8286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48C80-31DF-C5EB-531F-D1699C442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B13CED-9986-5849-94B7-2915159D6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53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AE2CA-BBBE-334A-542A-28FB61198D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PPT_FONTS_MATH_HANDOUT_009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C38BFD-B664-6BEE-36F5-64AECDDEE7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Fixture ID: powerpoint-fonts-math-handout-009</a:t>
            </a:r>
          </a:p>
          <a:p>
            <a:r>
              <a:rPr lang="en-US" dirty="0"/>
              <a:t>ABCDEFGHIJKLMNOPQRSTUVWXYZ </a:t>
            </a:r>
            <a:r>
              <a:rPr lang="en-US" dirty="0" err="1"/>
              <a:t>abcdefghijklmnopqrstuvwxyz</a:t>
            </a:r>
            <a:r>
              <a:rPr lang="en-US" dirty="0"/>
              <a:t> 0123456789</a:t>
            </a:r>
          </a:p>
          <a:p>
            <a:r>
              <a:rPr lang="en-US" dirty="0"/>
              <a:t>Symbols: € £ ¥ </a:t>
            </a:r>
            <a:r>
              <a:rPr lang="el-GR" dirty="0"/>
              <a:t>Ω π ± × ÷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030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AF041-D1F9-9010-B04A-F48B67B61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NATIVE_EQUATIONS_009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F51E7A-8EE3-CB26-197B-99014167A0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𝑎𝑐</m:t>
                            </m:r>
                          </m:e>
                        </m:ra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F51E7A-8EE3-CB26-197B-99014167A0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599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7A77F-62D7-39F0-F590-95A836267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NARY_EQUATION_009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F513A2-5EA2-D055-6D91-F006A2A79B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F513A2-5EA2-D055-6D91-F006A2A79B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136" t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659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F2B0-AEA5-1031-FDE8-8915A96F4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MATRIX_EQUATION_009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6EB4E9-E0D4-B9EC-4048-2B1DCAA4CF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mr>
                      <m:m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mr>
                    </m:m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6EB4E9-E0D4-B9EC-4048-2B1DCAA4CF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1430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50</Words>
  <Application>Microsoft Macintosh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Cambria Math</vt:lpstr>
      <vt:lpstr>Aptos Display</vt:lpstr>
      <vt:lpstr>Arial</vt:lpstr>
      <vt:lpstr>Aptos</vt:lpstr>
      <vt:lpstr>Office Theme</vt:lpstr>
      <vt:lpstr>PPT_FONTS_MATH_HANDOUT_009</vt:lpstr>
      <vt:lpstr>NATIVE_EQUATIONS_009</vt:lpstr>
      <vt:lpstr>NARY_EQUATION_009</vt:lpstr>
      <vt:lpstr>MATRIX_EQUATION_009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Ryker Zhu</dc:creator>
  <cp:lastModifiedBy>Ryker Zhu</cp:lastModifiedBy>
  <cp:revision>3</cp:revision>
  <cp:lastPrinted>2026-10-15T11:33:27Z</cp:lastPrinted>
  <dcterms:created xsi:type="dcterms:W3CDTF">2026-10-15T10:08:38Z</dcterms:created>
  <dcterms:modified xsi:type="dcterms:W3CDTF">2026-10-15T11:33:39Z</dcterms:modified>
</cp:coreProperties>
</file>