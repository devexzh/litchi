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2"/>
  </p:normalViewPr>
  <p:slideViewPr>
    <p:cSldViewPr snapToGrid="0">
      <p:cViewPr varScale="1">
        <p:scale>
          <a:sx n="104" d="100"/>
          <a:sy n="104" d="100"/>
        </p:scale>
        <p:origin x="14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1:41:17.4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8191,'100'7'0,"0"0"0,-1 0 0,1 0 0,0 0 0,-1 0 0,1 0 0,0-1 0,-1 1 0,1 0 0,0 0 0,-1 0 0,1 0 0,0 0 0,0 0 0,-1 0 0,1 0 0,0 0 0,-1 0 0,1 0 0,0 0 0,-1 0 0,1-1 0,0 1 0,-1 0 0,1 0 0,0 0 0,-1 0 0,1 0 0,0 0 0,-1 0 0,1 0 0,0 0 0,-1 0 0,1 0 0,0 0 0,-1 0 0,1-1 0,0 1 0,-1 0 0,1 0 0,0 0 0,0 0 0,-1 0 0,1 0 0,0 0 0,-1 0 0,1 0 0,0 0 0,-1 0 0,1 0 0,0 0 0,-1 0 0,1-1 0,0 1 0,-1 0 0,1 0 0,0 0 0,-1 0 0,1 0 0,0 0 0,-1 0 0,1 0 0,0 0 0,-1 0 0,1 0 0,0 0 0,0 0 0,-1-1 0,1 1 0,0 0 0,-1 0 0,1 0 0,0 0 0,-1 0 0,1 0 0,0 0 0,-1 0 0,1 0 0,0 0 0,-1 0 0,1 0 0,0 0 0,-1-1 0,1 1 0,0 0 0,-1 0 0,1 0 0,0 0 0,-1 0 0,1 0 0,0 0 0,-1 0 0,1 0 0,0 0 0,0 0 0,-1 0 0,1 0 0,0-1 0,-1 1 0,1 0 0,0 0 0,-1 0 0,1 0 0,0 0 0,-1 0 0,1 0 0,0 0 0,-1 0 0,1 0 0,0 0 0,-1 0 0,1 0 0,0-1 0,-1 1 0,1 0 0,0 0 0,-1 0 0,1 0 0,0 0 0,0 0 0,-1 0 0,1 0 0,0 0 0,-1 0 0,1 0 0,0 0 0,-1 0 0,1 0 0,0-1 0,-1 1 0,1 0 0,0 0 0,-1 0 0,1 0 0,0 0 0,-1 0 0,1 0 0,0 0 0,-1 0 0,1 0 0,0 0 0,-1 0 0,1 0 0,0-1 0,-1 1 0,1 0 0,0 0 0,0 0 0,-1 0 0,1 0 0,0 0 0,-1 0 0,1 0 0,0 0 0,-1 0 0,1 0 0,0 0 0,-1 0 0,1-1 0,0 1 0,-1 0 0,1 0 0,0 0 0,-1 0 0,1 0 0,0 0 0,-1 0 0,1 0 0,0 0 0,-1 0 0,1 0 0,0 0 0,0 0 0,-1-1 0,1 1 0,0 0 0,-1 0 0,1 0 0,0 0 0,-1 0 0,1 0 0,0 0 0,-1 0 0,1 0 0,0 0 0,-1 0 0,1 0 0,0 0 0,-1-1 0,1 1 0,0 0 0,-1 0 0,1 0 0,0 0 0,-1 0 0,1 0 0,0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B5247-AFFB-AD68-A365-BD709ECA04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FCD196-1E3B-A01D-CF0A-26A4E64649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9E304-154A-91B6-7DFA-92456F4EB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BD06-46EE-9149-890E-F9EFCB7253D6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9AE6D-7B0A-61BA-D656-E317D09EA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3373C-A0D4-3B6E-4C52-01EFCF666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8DD49-6868-0243-9A35-48BCA92C4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160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C574F-DBCD-65C8-2D7E-8D3F38D5D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FE8A9-F50E-83B4-2151-D74E3775B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98CD7-67FF-BBD0-0F3A-91DA35F2F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BD06-46EE-9149-890E-F9EFCB7253D6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CCD62-E947-612A-90F7-440F61BDC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FBDD7-89BC-5D07-4609-EA277C228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8DD49-6868-0243-9A35-48BCA92C4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863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15D64-DD45-F716-3A38-13F5560F9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2D0853-F9B0-49C5-DEE3-1CC4A6087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EB61A-9072-836C-CFC0-2C5620EA5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BD06-46EE-9149-890E-F9EFCB7253D6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69FE0B-F6BB-F02F-3973-1E53AAD5D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7A012-FA5C-8576-3A0A-0A65A9E84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8DD49-6868-0243-9A35-48BCA92C4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614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DD76E-C554-B171-5468-BC13ACEA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1D0EB-A323-B372-A2C0-DD6095C3ED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21EDBE-ADD2-A3D4-B73B-1EC7EA295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9C4ECF-75B4-394D-2EE6-E490C8EB5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BD06-46EE-9149-890E-F9EFCB7253D6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D93622-3209-0007-CDF6-8FB7A1A75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A981E-ED8B-66C7-C22B-F4DAE4AE8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8DD49-6868-0243-9A35-48BCA92C4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105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FA58F-8220-51B7-26A0-0364E02F2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85AC0E-4186-A82F-ED11-891ED0DDB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28F039-1E21-0CD7-B19F-B103BFAE2A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822E7F-7B8F-82AA-9DE0-A63DAAE128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71F9FB-6011-A94B-9408-23D4669932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1A77BE-6D74-98F8-0E14-72FE3FADB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BD06-46EE-9149-890E-F9EFCB7253D6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FA6ACC-511E-33CC-5890-9E48775A4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39671F-C74E-F4FD-23ED-D09682F71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8DD49-6868-0243-9A35-48BCA92C4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408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50884-93E1-37D6-78CA-F57D0EBFF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11554A-B3E1-C3D2-65F1-946751DC4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BD06-46EE-9149-890E-F9EFCB7253D6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4742D1-A913-EEB6-8C84-14A4D77F4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B70BB6-5B96-4186-5D16-51B1DBE28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8DD49-6868-0243-9A35-48BCA92C4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887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73235F-2C31-AA52-252A-5D72E6DF8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BD06-46EE-9149-890E-F9EFCB7253D6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5D3ABF-804A-ABE8-F254-2A0D9B164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358DB-623F-7227-3C95-5682ECFE7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8DD49-6868-0243-9A35-48BCA92C4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682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819AA-B6DF-11D2-3C8E-F60EEC5D5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BB12F-17BA-6B7F-14B0-A5E4DA06C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FEA96-33D9-122F-903A-FDBB1415B8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E3BE16-6788-B856-AC78-3B67B95FF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BD06-46EE-9149-890E-F9EFCB7253D6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680A4A-D824-68E6-47FC-CBB2614E6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858B4-CAA4-C567-83EF-0618EFBBC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8DD49-6868-0243-9A35-48BCA92C4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706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D9408-16BD-0C6A-F5AE-ABD617C70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E4C315-DC0F-D18F-2BFA-41053246B1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5497DD-2F8B-53A4-7D3F-3906F91B64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71CAB1-2BA8-3266-EC42-F460234DC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BD06-46EE-9149-890E-F9EFCB7253D6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014B06-4D4F-56B7-C17E-BE871D59B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EAD663-BD7E-8864-3C04-1A4030354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8DD49-6868-0243-9A35-48BCA92C4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337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23E49-9882-3D80-9DD7-E888F7E90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7AB3C3-2B74-0D51-B063-349A9371E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70653-02E0-718C-A69E-378619829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BD06-46EE-9149-890E-F9EFCB7253D6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2C661B-C8CA-3018-4C48-895991EE5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AFFE4-CE17-9B7A-E0A6-2A1598FDD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8DD49-6868-0243-9A35-48BCA92C4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103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DAC39F-607F-85A8-8980-9D5C7076C5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4A13DD-48B4-7C5D-DC11-1108E3794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BDFA4-18E8-EAC8-8CF1-150D645DC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BD06-46EE-9149-890E-F9EFCB7253D6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F0C4A-AA23-81E3-440B-40FCA21DA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4B07D-180B-368E-565C-A90BD9D10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8DD49-6868-0243-9A35-48BCA92C4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644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71B0B2-B864-6D10-FAB6-A65A5B98B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B3F44-CF6C-1CAF-1B69-1B2B1A2B53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9EB1C-E958-5B81-6BCE-FFA23FC654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53BD06-46EE-9149-890E-F9EFCB7253D6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E8AE0-A136-ACB4-040B-6C8249C8A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B55EA-E219-6FC0-F29F-2842C108FF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E8DD49-6868-0243-9A35-48BCA92C4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751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56E1C-34EB-4B71-1EA6-AD89131167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PPT_INK_STROKE_010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2783BA-E224-0820-1021-28FB3B2C33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Fixture ID: powerpoint-ink-010</a:t>
            </a:r>
          </a:p>
          <a:p>
            <a:r>
              <a:rPr lang="en-US" dirty="0"/>
              <a:t>Native pen stroke and replay boundary specimen.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FE3A81F-EF1A-B5CD-C553-99DEF19731AF}"/>
                  </a:ext>
                </a:extLst>
              </p14:cNvPr>
              <p14:cNvContentPartPr/>
              <p14:nvPr/>
            </p14:nvContentPartPr>
            <p14:xfrm>
              <a:off x="2360024" y="1532238"/>
              <a:ext cx="7105320" cy="494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FE3A81F-EF1A-B5CD-C553-99DEF19731A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53904" y="1526118"/>
                <a:ext cx="7117560" cy="50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11993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PPT_INK_STROKE_010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Ryker Zhu</dc:creator>
  <cp:lastModifiedBy>Ryker Zhu</cp:lastModifiedBy>
  <cp:revision>1</cp:revision>
  <dcterms:created xsi:type="dcterms:W3CDTF">2026-10-15T11:40:59Z</dcterms:created>
  <dcterms:modified xsi:type="dcterms:W3CDTF">2026-10-15T11:41:29Z</dcterms:modified>
</cp:coreProperties>
</file>