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3_9D759682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9"/>
  </p:notesMasterIdLst>
  <p:sldIdLst>
    <p:sldId id="262" r:id="rId2"/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custShowLst>
    <p:custShow name="SHOW_ALPHA_003" id="0">
      <p:sldLst>
        <p:sld r:id="rId3"/>
        <p:sld r:id="rId4"/>
        <p:sld r:id="rId7"/>
      </p:sldLst>
    </p:custShow>
    <p:custShow name="SHOW_BETA_003" id="1">
      <p:sldLst>
        <p:sld r:id="rId8"/>
        <p:sld r:id="rId6"/>
        <p:sld r:id="rId3"/>
      </p:sldLst>
    </p:custShow>
  </p:custShow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ummary Section" id="{B4BB6E3D-8F5E-F543-838B-5EBD9B4A9F1E}">
          <p14:sldIdLst>
            <p14:sldId id="262"/>
          </p14:sldIdLst>
        </p14:section>
        <p14:section name="SECTION_ALPHA_003" id="{A6EF3FF9-2FC5-7E48-898D-FC1F42C6E0BB}">
          <p14:sldIdLst>
            <p14:sldId id="256"/>
            <p14:sldId id="257"/>
            <p14:sldId id="258"/>
            <p14:sldId id="259"/>
          </p14:sldIdLst>
        </p14:section>
        <p14:section name="SECTION_BETA_003" id="{21A303EB-537E-B048-B900-3B79F2FC6319}">
          <p14:sldIdLst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2E4CB02-5A72-9BFD-724D-897B10AA4E6A}" name="Ryker Zhu" initials="RZ" userId="Ryker Zhu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5761"/>
  </p:normalViewPr>
  <p:slideViewPr>
    <p:cSldViewPr snapToGrid="0">
      <p:cViewPr varScale="1">
        <p:scale>
          <a:sx n="105" d="100"/>
          <a:sy n="105" d="100"/>
        </p:scale>
        <p:origin x="36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8/10/relationships/authors" Target="authors.xml"/></Relationships>
</file>

<file path=ppt/comments/modernComment_103_9D75968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7A76B2D-DFBA-E946-BBF1-5135CC7B3682}" authorId="{82E4CB02-5A72-9BFD-724D-897B10AA4E6A}" created="2026-10-15T07:23:09.64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641729154" sldId="259"/>
      <ac:spMk id="3" creationId="{F67C6603-5192-0FA9-21C1-5021739A0453}"/>
      <ac:txMk cp="0" len="52">
        <ac:context len="53" hash="270430480"/>
      </ac:txMk>
    </ac:txMkLst>
    <p188:pos x="5649097" y="485089"/>
    <p188:replyLst>
      <p188:reply id="{79313414-C4BC-F348-8E2A-3A08BC17B204}" authorId="{82E4CB02-5A72-9BFD-724D-897B10AA4E6A}" created="2026-10-15T07:23:18.033">
        <p188:txBody>
          <a:bodyPr/>
          <a:lstStyle/>
          <a:p>
            <a:r>
              <a:rPr lang="en-US"/>
              <a:t>PPT_COMMENT_REPLY_003: confirmed section and custom-show membership.</a:t>
            </a:r>
          </a:p>
        </p188:txBody>
      </p188:reply>
    </p188:replyLst>
    <p188:txBody>
      <a:bodyPr/>
      <a:lstStyle/>
      <a:p>
        <a:r>
          <a:rPr lang="en-US"/>
          <a:t>PPT_COMMENT_ROOT_003: verify the internal destination and hidden slide.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DBFB8A-F6BE-DF4E-9F8C-4B76ABC66AEE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3540B5-5681-6649-9BDC-2E9E399B09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236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PPT_NOTES_003: native navigation and review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540B5-5681-6649-9BDC-2E9E399B09B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630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ixture Title Layout 0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2026-01-15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PPT_FOOTER_003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5105-DD06-6549-96A9-ED8D73F7C0E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E8A523-202C-E4BF-1734-419A00BD2BE8}"/>
              </a:ext>
            </a:extLst>
          </p:cNvPr>
          <p:cNvSpPr txBox="1"/>
          <p:nvPr userDrawn="1"/>
        </p:nvSpPr>
        <p:spPr>
          <a:xfrm>
            <a:off x="548640" y="5943600"/>
            <a:ext cx="609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TITLE_LAYOUT_INHERITED_006</a:t>
            </a:r>
          </a:p>
        </p:txBody>
      </p:sp>
    </p:spTree>
    <p:extLst>
      <p:ext uri="{BB962C8B-B14F-4D97-AF65-F5344CB8AC3E}">
        <p14:creationId xmlns:p14="http://schemas.microsoft.com/office/powerpoint/2010/main" val="4231435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2026-01-15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PPT_FOOTER_003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5105-DD06-6549-96A9-ED8D73F7C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283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2026-01-15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PPT_FOOTER_003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5105-DD06-6549-96A9-ED8D73F7C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472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2026-01-15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PPT_FOOTER_003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5105-DD06-6549-96A9-ED8D73F7C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363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2026-01-15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PPT_FOOTER_003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5105-DD06-6549-96A9-ED8D73F7C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648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2026-01-15</a:t>
            </a: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PPT_FOOTER_003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5105-DD06-6549-96A9-ED8D73F7C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336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2026-01-15</a:t>
            </a: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PPT_FOOTER_003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5105-DD06-6549-96A9-ED8D73F7C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958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2026-01-15</a:t>
            </a:r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PPT_FOOTER_003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5105-DD06-6549-96A9-ED8D73F7C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457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2026-01-15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PPT_FOOTER_003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5105-DD06-6549-96A9-ED8D73F7C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971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2026-01-15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PPT_FOOTER_003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5105-DD06-6549-96A9-ED8D73F7C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527031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2026-01-15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PPT_FOOTER_003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5105-DD06-6549-96A9-ED8D73F7C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980756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2026-01-15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PPT_FOOTER_003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5105-DD06-6549-96A9-ED8D73F7C0EC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23575582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2026-01-15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PPT_FOOTER_003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5105-DD06-6549-96A9-ED8D73F7C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220586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2026-01-15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PPT_FOOTER_003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5105-DD06-6549-96A9-ED8D73F7C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322514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2026-01-15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PPT_FOOTER_003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5105-DD06-6549-96A9-ED8D73F7C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031356"/>
      </p:ext>
    </p:extLst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2026-01-15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PPT_FOOTER_003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5105-DD06-6549-96A9-ED8D73F7C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712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2026-01-15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PPT_FOOTER_003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5105-DD06-6549-96A9-ED8D73F7C0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618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5786943" y="2963119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r>
              <a:rPr lang="en-US"/>
              <a:t>2026-01-15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r>
              <a:rPr lang="en-US"/>
              <a:t>PPT_FOOTER_003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C85105-DD06-6549-96A9-ED8D73F7C0EC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09132F-EB86-941F-9158-1C59AFE70B5E}"/>
              </a:ext>
            </a:extLst>
          </p:cNvPr>
          <p:cNvSpPr txBox="1"/>
          <p:nvPr userDrawn="1"/>
        </p:nvSpPr>
        <p:spPr>
          <a:xfrm>
            <a:off x="548640" y="6355080"/>
            <a:ext cx="609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MASTER_INHERITED_006</a:t>
            </a:r>
          </a:p>
        </p:txBody>
      </p:sp>
    </p:spTree>
    <p:extLst>
      <p:ext uri="{BB962C8B-B14F-4D97-AF65-F5344CB8AC3E}">
        <p14:creationId xmlns:p14="http://schemas.microsoft.com/office/powerpoint/2010/main" val="18833382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slide" Target="slide6.xml"/><Relationship Id="rId4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hyperlink" Target="https://example.com/litchi-ppt-fixture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hyperlink" Target="mailto:fixture@example.com?subject=PPT_MAIL_SUBJECT_003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3_9D75968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A957E-38D5-FB4C-C6DF-FFE09C84A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SUMMARY_ZOOM_006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29B6F-5B23-AB29-CB69-D66247C4B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2026-01-15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5260C-3A2E-D55C-019C-3E5F30D0B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PPT_FOOTER_003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714349-D55C-B261-CE90-02C5CFDB9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5105-DD06-6549-96A9-ED8D73F7C0EC}" type="slidenum">
              <a:rPr lang="en-US" smtClean="0"/>
              <a:t>1</a:t>
            </a:fld>
            <a:endParaRPr lang="en-US"/>
          </a:p>
        </p:txBody>
      </p:sp>
      <mc:AlternateContent xmlns:mc="http://schemas.openxmlformats.org/markup-compatibility/2006">
        <mc:Choice xmlns:psuz="http://schemas.microsoft.com/office/powerpoint/2016/summaryzoom" Requires="psuz">
          <p:graphicFrame>
            <p:nvGraphicFramePr>
              <p:cNvPr id="8" name="Summary Zoom 7">
                <a:extLst>
                  <a:ext uri="{FF2B5EF4-FFF2-40B4-BE49-F238E27FC236}">
                    <a16:creationId xmlns:a16="http://schemas.microsoft.com/office/drawing/2014/main" id="{E05A7CBE-F092-FDB7-21BA-13CD497D737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01593365"/>
                  </p:ext>
                </p:extLst>
              </p:nvPr>
            </p:nvGraphicFramePr>
            <p:xfrm>
              <a:off x="1103313" y="2052638"/>
              <a:ext cx="8947150" cy="4195762"/>
            </p:xfrm>
            <a:graphic>
              <a:graphicData uri="http://schemas.microsoft.com/office/powerpoint/2016/summaryzoom">
                <psuz:summaryZm>
                  <psuz:summaryZmObj sectionId="{A6EF3FF9-2FC5-7E48-898D-FC1F42C6E0BB}">
                    <psuz:zmPr id="{D9BC4CD4-FDAE-CB43-B7F8-E6ACE2EB3657}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371865" y="965507"/>
                          <a:ext cx="4026218" cy="2264747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21A303EB-537E-B048-B900-3B79F2FC6319}">
                    <psuz:zmPr id="{8E86B00F-DFC2-3641-B6C3-E2FE02F6282C}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4549066" y="965507"/>
                          <a:ext cx="4026218" cy="2264747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gridLayout/>
                </psuz:summaryZm>
              </a:graphicData>
            </a:graphic>
          </p:graphicFrame>
        </mc:Choice>
        <mc:Fallback>
          <p:grpSp>
            <p:nvGrpSpPr>
              <p:cNvPr id="8" name="Summary Zoom 7">
                <a:extLst>
                  <a:ext uri="{FF2B5EF4-FFF2-40B4-BE49-F238E27FC236}">
                    <a16:creationId xmlns:a16="http://schemas.microsoft.com/office/drawing/2014/main" id="{E05A7CBE-F092-FDB7-21BA-13CD497D737B}"/>
                  </a:ext>
                </a:extLst>
              </p:cNvPr>
              <p:cNvGrpSpPr>
                <a:grpSpLocks noGrp="1" noUngrp="1" noRot="1" noChangeAspect="1" noMove="1" noResize="1"/>
              </p:cNvGrpSpPr>
              <p:nvPr/>
            </p:nvGrpSpPr>
            <p:grpSpPr>
              <a:xfrm>
                <a:off x="1103313" y="2052638"/>
                <a:ext cx="8947150" cy="4195762"/>
                <a:chOff x="1103313" y="2052638"/>
                <a:chExt cx="8947150" cy="4195762"/>
              </a:xfrm>
            </p:grpSpPr>
            <p:pic>
              <p:nvPicPr>
                <p:cNvPr id="9" name="Picture 9">
                  <a:hlinkClick r:id="rId4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475178" y="3018145"/>
                  <a:ext cx="4026218" cy="2264747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0" name="Picture 10">
                  <a:hlinkClick r:id="rId5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652379" y="3018145"/>
                  <a:ext cx="4026218" cy="2264747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</p:grpSp>
        </mc:Fallback>
      </mc:AlternateContent>
    </p:spTree>
    <p:extLst>
      <p:ext uri="{BB962C8B-B14F-4D97-AF65-F5344CB8AC3E}">
        <p14:creationId xmlns:p14="http://schemas.microsoft.com/office/powerpoint/2010/main" val="359926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247EB-1D3D-CD93-BC29-3F3090892D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PPT_MASTER_MOTION_006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CC5017-AE2B-D13B-AA19-DAEA80713D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Fixture ID: powerpoint-master-motion-006</a:t>
            </a:r>
          </a:p>
          <a:p>
            <a:r>
              <a:rPr lang="en-US" dirty="0"/>
              <a:t>Native master, layout, animation and Zoom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E7C88C-7F47-27AD-474A-42AD02820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2026-01-15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C1EE02-9409-7A48-D8CA-603DEDA93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PPT_FOOTER_003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EBDA85-223A-9FCC-BD31-8BC837213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5105-DD06-6549-96A9-ED8D73F7C0EC}" type="slidenum">
              <a:rPr lang="en-US" smtClean="0"/>
              <a:t>2</a:t>
            </a:fld>
            <a:endParaRPr lang="en-US"/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8" name="Slide Zoom 7">
                <a:extLst>
                  <a:ext uri="{FF2B5EF4-FFF2-40B4-BE49-F238E27FC236}">
                    <a16:creationId xmlns:a16="http://schemas.microsoft.com/office/drawing/2014/main" id="{C6151DAC-0A79-DCB2-AB9E-B035C014B54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16574154"/>
                  </p:ext>
                </p:extLst>
              </p:nvPr>
            </p:nvGraphicFramePr>
            <p:xfrm>
              <a:off x="4572000" y="2571750"/>
              <a:ext cx="3048000" cy="1714500"/>
            </p:xfrm>
            <a:graphic>
              <a:graphicData uri="http://schemas.microsoft.com/office/powerpoint/2016/slidezoom">
                <pslz:sldZm>
                  <pslz:sldZmObj sldId="260" cId="2013120336">
                    <pslz:zmPr id="{C025A1AF-CE9B-0644-B44D-0E49C99BA1BC}" transitionDur="7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8" name="Slide Zoom 7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C6151DAC-0A79-DCB2-AB9E-B035C014B54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572000" y="2571750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13833745"/>
      </p:ext>
    </p:extLst>
  </p:cSld>
  <p:clrMapOvr>
    <a:masterClrMapping/>
  </p:clrMapOvr>
  <p:transition spd="med" advTm="30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E4058-24A7-380C-F7BE-A7BD004B9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LINKS_ACTIONS_003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94B3C-62A3-BDA7-D150-65EEF73672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 tooltip="EXTERNAL_TOOLTIP_003"/>
              </a:rPr>
              <a:t>EXTERNAL_LINK_003</a:t>
            </a:r>
            <a:endParaRPr lang="en-US" dirty="0"/>
          </a:p>
          <a:p>
            <a:r>
              <a:rPr lang="en-US" dirty="0">
                <a:hlinkClick r:id="rId3" action="ppaction://hlinksldjump"/>
              </a:rPr>
              <a:t>INTERNAL_JUMP_003</a:t>
            </a:r>
            <a:endParaRPr lang="en-US" dirty="0"/>
          </a:p>
          <a:p>
            <a:r>
              <a:rPr lang="en-US" dirty="0">
                <a:hlinkClick r:id="rId4"/>
              </a:rPr>
              <a:t>MAILTO_LINK_003</a:t>
            </a:r>
            <a:endParaRPr lang="en-US" dirty="0"/>
          </a:p>
          <a:p>
            <a:r>
              <a:rPr lang="en-US" dirty="0">
                <a:hlinkClick r:id="" action="ppaction://hlinkshowjump?jump=nextslide"/>
              </a:rPr>
              <a:t>ACTION_NEXT_003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6FF908-2097-CD6D-AC3D-FDECD520F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2026-01-15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3CAA50-2BA4-5973-F33A-0F38F25CD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PPT_FOOTER_003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64A04-4AA0-8253-904A-33D9FA8AC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5105-DD06-6549-96A9-ED8D73F7C0EC}" type="slidenum">
              <a:rPr lang="en-US" smtClean="0"/>
              <a:t>3</a:t>
            </a:fld>
            <a:endParaRPr lang="en-US"/>
          </a:p>
        </p:txBody>
      </p:sp>
      <mc:AlternateContent xmlns:mc="http://schemas.openxmlformats.org/markup-compatibility/2006">
        <mc:Choice xmlns:psez="http://schemas.microsoft.com/office/powerpoint/2016/sectionzoom" Requires="psez">
          <p:graphicFrame>
            <p:nvGraphicFramePr>
              <p:cNvPr id="8" name="Section Zoom 7">
                <a:extLst>
                  <a:ext uri="{FF2B5EF4-FFF2-40B4-BE49-F238E27FC236}">
                    <a16:creationId xmlns:a16="http://schemas.microsoft.com/office/drawing/2014/main" id="{44AF1DB8-BA37-A66B-2A76-8A1EBFA73AF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29004423"/>
                  </p:ext>
                </p:extLst>
              </p:nvPr>
            </p:nvGraphicFramePr>
            <p:xfrm>
              <a:off x="4572000" y="2571750"/>
              <a:ext cx="3048000" cy="1714500"/>
            </p:xfrm>
            <a:graphic>
              <a:graphicData uri="http://schemas.microsoft.com/office/powerpoint/2016/sectionzoom">
                <psez:sectionZm>
                  <psez:sectionZmObj sectionId="{21A303EB-537E-B048-B900-3B79F2FC6319}">
                    <psez:zmPr id="{90AA47D3-FDD9-924F-A8F4-8AEB1D11DDFA}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ez:zmPr>
                  </psez:sectionZmObj>
                </psez:sectionZm>
              </a:graphicData>
            </a:graphic>
          </p:graphicFrame>
        </mc:Choice>
        <mc:Fallback>
          <p:pic>
            <p:nvPicPr>
              <p:cNvPr id="8" name="Section Zoom 7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44AF1DB8-BA37-A66B-2A76-8A1EBFA73AF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72000" y="2571750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544794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3C1E2-908F-AB20-53FF-2B362AA27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HIDDEN_DETAIL_003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A0633-9D8E-FB20-5775-739F721F1F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slide is intentionally hidden from the normal show.</a:t>
            </a:r>
          </a:p>
          <a:p>
            <a:r>
              <a:rPr lang="en-US" dirty="0"/>
              <a:t>HIDDEN_MARKER_003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606FA-9708-4A2B-382E-50844BB19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2026-01-15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73C4BA-FAED-D840-FEA2-45C39BCCB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PPT_FOOTER_003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19DED-45F0-65A2-DC1F-DF27EE525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5105-DD06-6549-96A9-ED8D73F7C0E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179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657A2-627C-68FE-FD1E-022CB2EAF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REVIEW_NOTES_003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7C6603-5192-0FA9-21C1-5021739A04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COMMENT_TARGET_003</a:t>
            </a:r>
          </a:p>
          <a:p>
            <a:r>
              <a:rPr lang="en-US" dirty="0"/>
              <a:t>Native comment and notes fixture.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4001B4D-6FCD-77A2-3D2E-62E5DE98E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2026-01-15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8059441-A3E2-641F-3630-27D67E88B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PPT_FOOTER_003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8E37948-2E6A-FABA-FA5C-A38942431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5105-DD06-6549-96A9-ED8D73F7C0E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72915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14688-D545-2BC0-0F73-73D6AC0D9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DESTINATION_003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E0C18-974E-365F-A3BA-DB6D2ECF65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INTERNAL_DESTINATION_003</a:t>
            </a:r>
          </a:p>
          <a:p>
            <a:r>
              <a:rPr lang="en-US" dirty="0"/>
              <a:t>Section beta starts here.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D6D0F59-BBDD-1247-C9FE-9B55D9CC9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2026-01-15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1B852BF-CEAB-FFB7-A565-E2E8FE024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PPT_FOOTER_003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7B583FE-AC70-BDAD-8F7C-D794A558C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5105-DD06-6549-96A9-ED8D73F7C0E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120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B4190-EFB2-BBC6-4EE9-8E5748106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PRESENTATION_END_003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4BC3F-9E41-2FDC-6D89-64BD843F45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MouseOver r:id="" action="ppaction://hlinkshowjump?jump=firstslide"/>
              </a:rPr>
              <a:t>FINAL_MARKER_003</a:t>
            </a:r>
            <a:endParaRPr lang="en-US" dirty="0"/>
          </a:p>
          <a:p>
            <a:r>
              <a:rPr lang="en-US" dirty="0"/>
              <a:t>End of native navigation and review fixture.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B44B2-8125-8AFF-7B85-685712A32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2026-01-15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16E38-8BBB-7B81-DA67-70A66455D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PPT_FOOTER_003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4E34E-97AA-8490-E2B8-6354F2446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5105-DD06-6549-96A9-ED8D73F7C0E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8797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21</TotalTime>
  <Words>178</Words>
  <Application>Microsoft Macintosh PowerPoint</Application>
  <PresentationFormat>Widescreen</PresentationFormat>
  <Paragraphs>44</Paragraphs>
  <Slides>7</Slides>
  <Notes>1</Notes>
  <HiddenSlides>1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  <vt:variant>
        <vt:lpstr>Custom Shows</vt:lpstr>
      </vt:variant>
      <vt:variant>
        <vt:i4>2</vt:i4>
      </vt:variant>
    </vt:vector>
  </HeadingPairs>
  <TitlesOfParts>
    <vt:vector size="13" baseType="lpstr">
      <vt:lpstr>Aptos</vt:lpstr>
      <vt:lpstr>Century Gothic</vt:lpstr>
      <vt:lpstr>Wingdings 3</vt:lpstr>
      <vt:lpstr>Ion</vt:lpstr>
      <vt:lpstr>SUMMARY_ZOOM_006</vt:lpstr>
      <vt:lpstr>PPT_MASTER_MOTION_006</vt:lpstr>
      <vt:lpstr>LINKS_ACTIONS_003</vt:lpstr>
      <vt:lpstr>HIDDEN_DETAIL_003</vt:lpstr>
      <vt:lpstr>REVIEW_NOTES_003</vt:lpstr>
      <vt:lpstr>DESTINATION_003</vt:lpstr>
      <vt:lpstr>PRESENTATION_END_003</vt:lpstr>
      <vt:lpstr>SHOW_ALPHA_003</vt:lpstr>
      <vt:lpstr>SHOW_BETA_003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Ryker Zhu</dc:creator>
  <cp:lastModifiedBy>Ryker Zhu</cp:lastModifiedBy>
  <cp:revision>4</cp:revision>
  <dcterms:created xsi:type="dcterms:W3CDTF">2026-10-15T07:10:10Z</dcterms:created>
  <dcterms:modified xsi:type="dcterms:W3CDTF">2026-10-15T09:16:23Z</dcterms:modified>
</cp:coreProperties>
</file>