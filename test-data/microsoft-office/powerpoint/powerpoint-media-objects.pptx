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4" d="100"/>
          <a:sy n="104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D156-1A1F-9FCF-6B39-E484B4C4F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9072C-E201-256F-AB62-5270B2219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A3B09-2DD0-B152-DA53-48D15014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CC07C-84BF-9960-2227-A5F37FDE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CCE2E-AB7B-11EF-E647-75A19B8E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60-0F35-5146-717A-2ED88BB16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3FF77-7704-AC2F-7BE2-ED268813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48268-4D26-98D9-EE19-E87B5A3C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9C0BD-F2F0-6179-6E24-12EAAFC2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811C-93FE-AF2D-BDF8-5732D5ECA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5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C94D-A8A0-8588-A9E4-6A35DF3F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46DC7-D7A5-6B61-A7F1-692E1F08F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1BD-39EF-F090-AD41-2298B31DC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FA5F4-A148-022E-B84A-E145871D6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83BCC-78DA-3F5F-7817-DD116093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8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338C-3321-57CF-B25C-FB540F07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5F16-9198-A8E1-6352-E13CEB403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61DFE-9EEE-D920-E523-8F47B4B52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4C7E3-648F-7C39-1943-0792AB81D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E7E2C-9C0A-F606-7A58-3EDAF6888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5AEBB-0FFD-EF18-1EEE-EAFC8492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8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DBA4-FC4C-2576-3157-CD0542E2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F3AAE-D3E5-701E-33CE-1A8282E64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FB336-0FCB-2EC9-E0CF-28E2A3C25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2EC0F2-6CEF-871A-5997-EEF5DAA78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B23C0-E96E-7EA4-0C43-D0CB9949E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C17AB-E1AF-4081-5CF6-4C2C68F0E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5377C-45AE-F51B-BB40-BC613F53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9C0D3F-30B3-AE22-3F3B-E2463795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4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C253-B2E0-BFDC-CB2E-116E9306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80342A-EF20-F0C0-9905-560778B7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38E12-1956-38A7-4FDE-05C1C22F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BA07E0-CDB5-6F80-4681-8C8EA4BA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3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FEA01-AC04-B663-71D2-68212688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589BC-EFF2-FA12-D2C3-01514FA1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66540-19A5-35DE-2638-3B0DAD9B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0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9AA1-F99D-46BE-6BEC-5A9866EC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AB42D-6BBF-923A-FD1C-6C5EC622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465C2-8ECC-E60A-F7BD-49D24A074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31732-7EAA-B414-BC0F-B9273DE9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A2A3B-D890-EBEA-4A59-6C3CC6F0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B5C30-3760-9AF4-8109-1DA5E01D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0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C1C9-898E-ED2F-A577-FD5D7A25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2769A-A5F9-3A99-FE3C-0E63ADDED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79825-F756-0603-E51B-61F024A50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5C7CD-7914-047F-E982-CC3841BD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98484-30B4-A73A-08B0-E782DF48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CBDFD-EC14-3469-74EC-E52CB7BA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0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BAAE-5ED2-CB13-89EE-8D38A966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1DF3C-5E56-2E82-DC7A-2A397844F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0E675-9AF6-1062-F309-37205FDB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6BBFA-BB12-00E7-E1E2-7B2E1C7F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22080-954F-83D1-FA81-D17DD72E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2D49A-A193-1565-8D4F-6C9EABEF1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9BBFA-2127-321E-90E4-920209373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84AA0-B647-C87E-4276-77DA5E21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5D413-F095-1CD4-64B4-DD75D468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A54B6-15D3-32D8-B322-DA3B7AEE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9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2241CD-ED53-CA5A-D028-26741274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5C376-7D31-6155-37FA-67973484A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306E6-E9C8-E2E4-B2BD-059D1AA9C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C879A-C588-BD41-A9A2-50F5915E17CF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9B30E-C9D6-39A5-93D4-3EC729CAD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0E0C3-EEE1-28DA-A50C-C7CF34652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A3256-51CC-2541-AB59-1C129953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9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ov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2B93-A91A-21DB-9A97-76A49391EE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PPT_MEDIA_004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339D1-BC70-321C-EFCB-5BF5768D27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Fixture ID: powerpoint-media-objects-004</a:t>
            </a:r>
          </a:p>
          <a:p>
            <a:r>
              <a:rPr lang="en-US" dirty="0"/>
              <a:t>Native video, audio and embedded workbook</a:t>
            </a:r>
          </a:p>
        </p:txBody>
      </p:sp>
    </p:spTree>
    <p:extLst>
      <p:ext uri="{BB962C8B-B14F-4D97-AF65-F5344CB8AC3E}">
        <p14:creationId xmlns:p14="http://schemas.microsoft.com/office/powerpoint/2010/main" val="54126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7FD2C-35A0-EA9D-66E0-0635DE94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VIDEO_EMBED_004</a:t>
            </a:r>
          </a:p>
        </p:txBody>
      </p:sp>
      <p:pic>
        <p:nvPicPr>
          <p:cNvPr id="4" name="striped.mov" descr="VIDEO_ALT_004: synthetic colored stripes movie with a custom PNG poster.">
            <a:hlinkClick r:id="" action="ppaction://media"/>
            <a:extLst>
              <a:ext uri="{FF2B5EF4-FFF2-40B4-BE49-F238E27FC236}">
                <a16:creationId xmlns:a16="http://schemas.microsoft.com/office/drawing/2014/main" id="{A8486030-3B2B-2284-5B5C-C2ABFFF58F09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50" end="50"/>
                  <p14:fade in="250" out="5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8850" y="1825625"/>
            <a:ext cx="7735888" cy="4351338"/>
          </a:xfrm>
        </p:spPr>
      </p:pic>
    </p:spTree>
    <p:extLst>
      <p:ext uri="{BB962C8B-B14F-4D97-AF65-F5344CB8AC3E}">
        <p14:creationId xmlns:p14="http://schemas.microsoft.com/office/powerpoint/2010/main" val="346830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A7F9-79CC-F1DC-25F6-2E81B9A0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AUDIO_EMBED_004</a:t>
            </a:r>
          </a:p>
        </p:txBody>
      </p:sp>
      <p:pic>
        <p:nvPicPr>
          <p:cNvPr id="4" name="tone.wav">
            <a:hlinkClick r:id="" action="ppaction://media"/>
            <a:extLst>
              <a:ext uri="{FF2B5EF4-FFF2-40B4-BE49-F238E27FC236}">
                <a16:creationId xmlns:a16="http://schemas.microsoft.com/office/drawing/2014/main" id="{0E6B83EF-D5F7-E236-5496-E2690EF9B972}"/>
              </a:ext>
            </a:extLst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594100"/>
            <a:ext cx="812800" cy="812800"/>
          </a:xfrm>
        </p:spPr>
      </p:pic>
    </p:spTree>
    <p:extLst>
      <p:ext uri="{BB962C8B-B14F-4D97-AF65-F5344CB8AC3E}">
        <p14:creationId xmlns:p14="http://schemas.microsoft.com/office/powerpoint/2010/main" val="11041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BA2F-34CF-0707-BEFB-06C8C8BB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OLE_WORKBOOK_004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A737EE-EDFA-DF9D-02DB-31806C56C07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363691"/>
              </p:ext>
            </p:extLst>
          </p:nvPr>
        </p:nvGraphicFramePr>
        <p:xfrm>
          <a:off x="4851400" y="3486150"/>
          <a:ext cx="24892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489200" imgH="1028700" progId="Excel.Sheet.12">
                  <p:embed/>
                </p:oleObj>
              </mc:Choice>
              <mc:Fallback>
                <p:oleObj name="Worksheet" r:id="rId2" imgW="2489200" imgH="1028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51400" y="3486150"/>
                        <a:ext cx="24892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5532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</Words>
  <Application>Microsoft Macintosh PowerPoint</Application>
  <PresentationFormat>Widescreen</PresentationFormat>
  <Paragraphs>6</Paragraphs>
  <Slides>4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Microsoft Excel Worksheet</vt:lpstr>
      <vt:lpstr>PPT_MEDIA_004</vt:lpstr>
      <vt:lpstr>VIDEO_EMBED_004</vt:lpstr>
      <vt:lpstr>AUDIO_EMBED_004</vt:lpstr>
      <vt:lpstr>OLE_WORKBOOK_004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1</cp:revision>
  <dcterms:created xsi:type="dcterms:W3CDTF">2026-10-15T07:27:33Z</dcterms:created>
  <dcterms:modified xsi:type="dcterms:W3CDTF">2026-10-15T07:34:59Z</dcterms:modified>
</cp:coreProperties>
</file>