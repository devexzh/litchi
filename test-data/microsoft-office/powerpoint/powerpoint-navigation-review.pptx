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9D75968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ShowLst>
    <p:custShow name="SHOW_ALPHA_003" id="0">
      <p:sldLst>
        <p:sld r:id="rId2"/>
        <p:sld r:id="rId3"/>
        <p:sld r:id="rId6"/>
      </p:sldLst>
    </p:custShow>
    <p:custShow name="SHOW_BETA_003" id="1">
      <p:sldLst>
        <p:sld r:id="rId7"/>
        <p:sld r:id="rId5"/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_ALPHA_003" id="{A6EF3FF9-2FC5-7E48-898D-FC1F42C6E0BB}">
          <p14:sldIdLst>
            <p14:sldId id="256"/>
            <p14:sldId id="257"/>
            <p14:sldId id="258"/>
            <p14:sldId id="259"/>
          </p14:sldIdLst>
        </p14:section>
        <p14:section name="SECTION_BETA_003" id="{21A303EB-537E-B048-B900-3B79F2FC6319}">
          <p14:sldIdLst>
            <p14:sldId id="260"/>
            <p14:sldId id="26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E4CB02-5A72-9BFD-724D-897B10AA4E6A}" name="Ryker Zhu" initials="RZ" userId="Ryker Zhu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5761"/>
  </p:normalViewPr>
  <p:slideViewPr>
    <p:cSldViewPr snapToGrid="0">
      <p:cViewPr varScale="1">
        <p:scale>
          <a:sx n="105" d="100"/>
          <a:sy n="105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3_9D7596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A76B2D-DFBA-E946-BBF1-5135CC7B3682}" authorId="{82E4CB02-5A72-9BFD-724D-897B10AA4E6A}" created="2026-10-15T07:23:09.6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41729154" sldId="259"/>
      <ac:spMk id="3" creationId="{F67C6603-5192-0FA9-21C1-5021739A0453}"/>
      <ac:txMk cp="0" len="52">
        <ac:context len="53" hash="270430480"/>
      </ac:txMk>
    </ac:txMkLst>
    <p188:pos x="5649097" y="485089"/>
    <p188:replyLst>
      <p188:reply id="{79313414-C4BC-F348-8E2A-3A08BC17B204}" authorId="{82E4CB02-5A72-9BFD-724D-897B10AA4E6A}" created="2026-10-15T07:23:18.033">
        <p188:txBody>
          <a:bodyPr/>
          <a:lstStyle/>
          <a:p>
            <a:r>
              <a:rPr lang="en-US"/>
              <a:t>PPT_COMMENT_REPLY_003: confirmed section and custom-show membership.</a:t>
            </a:r>
          </a:p>
        </p188:txBody>
      </p188:reply>
    </p188:replyLst>
    <p188:txBody>
      <a:bodyPr/>
      <a:lstStyle/>
      <a:p>
        <a:r>
          <a:rPr lang="en-US"/>
          <a:t>PPT_COMMENT_ROOT_003: verify the internal destination and hidden slide.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FB8A-F6BE-DF4E-9F8C-4B76ABC66AEE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540B5-5681-6649-9BDC-2E9E399B0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3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PPT_NOTES_003: native navigation and review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540B5-5681-6649-9BDC-2E9E399B09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3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7886-26B0-5F4E-35EB-035E76E59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64326-1BBC-1A89-4B5E-DCC4924E7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56BE-9E4D-9BD9-037F-6DF205B5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E3F63-2AB6-67FA-3A9B-A2562DE8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7A897-4B33-77D7-026F-27159765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9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24FB-ACE7-73B4-45BF-277ADD12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1220-37B2-8DBB-D970-22856B7F3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BDEC0-5667-5A0E-4ABB-4B611E5B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C6256-18CA-D818-94A9-BC680AC1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62CD7-5B31-429E-50B1-715B0DC6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4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E485-BD81-F494-8108-CE6AC00C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42545-B1BD-C329-4FCD-8C7B10BEF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CCECF-2B81-1090-5D27-F2621F2B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F336D-69C4-5609-3F78-883B753E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C7EA1-7087-8186-21D0-62AE3C4B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4841-5033-DBA6-4D42-B052C1F7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94F93-DA3A-5781-2842-9D49ABFEC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C00FF-FEF0-07C0-4536-36CA49ADC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82D35-789A-3B56-3A84-CBD61EBF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94551-11FC-BE43-6B67-C63C7378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86680-6384-9635-452B-9D4E13F5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7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6CA4-3C3C-3704-41EB-804DC0DC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49083-D320-D5B1-A2D5-2CFE1268E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B4438-3C9E-D8D1-9ADF-B96E212EC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701D5-161C-C7F8-F62B-87086E75E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ACC01-9BEA-D3DF-F617-2B526426A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D9AA9-BCEE-6587-AE8E-2224389F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FBECB-04D8-9C77-5727-F5BBAAD8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84798-F675-2589-106B-351C85D2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2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6B02-BAFA-2210-6636-4A323E77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F685F-864F-8765-D4E0-4A3E3889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5657E-426B-C4D6-AD4B-AD1D249A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92493-1DC6-00EC-62FD-3187FD82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8DC42-D130-11D6-1D8B-0038FDA9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BCB30-03CB-560E-2238-7CE5152F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52CFD-3730-2188-B5CF-53E81AD4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5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42D7-7F45-0810-688B-EAABA0FB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C5D84-042A-40BC-C5B9-35716D803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7C594-DA6A-8371-A82D-34E37AF4C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34047-9B11-DB2B-0A22-12720FB1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B02AA-7AC1-5621-4FA3-B1713048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9172F-E5E3-D3B7-B97C-66C69C68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0C7A-AF19-5172-87C6-39817E98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CC67B-1199-F34E-3D25-AB558004B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3A249-C72F-1F85-605D-8D1D128D2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B768A-FE4A-AEBF-241B-4D1AB57C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04B2C-4A6F-FEDE-8A52-CB2EF417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8EA80-C894-18A2-9653-899FAF86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2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B6C3-A99B-1834-8177-0FC9FA7B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69A67-C8D3-BAF4-1795-2079FC46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97CA-543F-3A42-1197-CB97EB58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7B60E-EE48-14FD-C0D2-2A8D5EDF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F25CF-C846-1344-9CE2-78F6F77D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8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33CF8-B94A-002C-A940-9FBB44A88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225E7-2AEB-CAFE-39D4-6DE76F18D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58465-6D0C-FF3C-5A75-0897B1F4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329C8-9ECA-FCE1-E615-BB84EBC0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96A9D-B426-31D1-2217-0570324C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5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2A818-599B-4806-7C1A-4E2890F4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54F62-799F-8802-74A4-1919B1D1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A530-9046-13F3-1602-3D416C9A6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74A5-DC8A-031E-CDFF-9637E40D1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3E7A-F36F-AB6E-53E1-40CC78D6A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1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hyperlink" Target="https://example.com/litchi-ppt-fixtu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ixture@example.com?subject=PPT_MAIL_SUBJECT_00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9D75968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47EB-1D3D-CD93-BC29-3F3090892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PPT_NAVIGATION_003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C5017-AE2B-D13B-AA19-DAEA80713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Fixture ID: powerpoint-navigation-review-003</a:t>
            </a:r>
          </a:p>
          <a:p>
            <a:r>
              <a:rPr lang="en-US" dirty="0"/>
              <a:t>Native sections, custom shows, links and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C88C-7F47-27AD-474A-42AD0282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EE02-9409-7A48-D8CA-603DEDA9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DA85-223A-9FCC-BD31-8BC83721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3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4058-24A7-380C-F7BE-A7BD004B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LINKS_ACTIONS_003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94B3C-62A3-BDA7-D150-65EEF7367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tooltip="EXTERNAL_TOOLTIP_003"/>
              </a:rPr>
              <a:t>EXTERNAL_LINK_003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INTERNAL_JUMP_003</a:t>
            </a:r>
            <a:endParaRPr lang="en-US" dirty="0"/>
          </a:p>
          <a:p>
            <a:r>
              <a:rPr lang="en-US" dirty="0">
                <a:hlinkClick r:id="rId4"/>
              </a:rPr>
              <a:t>MAILTO_LINK_003</a:t>
            </a:r>
            <a:endParaRPr lang="en-US" dirty="0"/>
          </a:p>
          <a:p>
            <a:r>
              <a:rPr lang="en-US" dirty="0">
                <a:hlinkClick r:id="" action="ppaction://hlinkshowjump?jump=nextslide"/>
              </a:rPr>
              <a:t>ACTION_NEXT_003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FF908-2097-CD6D-AC3D-FDECD520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CAA50-2BA4-5973-F33A-0F38F25C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4A04-4AA0-8253-904A-33D9FA8A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7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C1E2-908F-AB20-53FF-2B362AA2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HIDDEN_DETAIL_003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0633-9D8E-FB20-5775-739F721F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slide is intentionally hidden from the normal show.</a:t>
            </a:r>
          </a:p>
          <a:p>
            <a:r>
              <a:rPr lang="en-US" dirty="0"/>
              <a:t>HIDDEN_MARKER_003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606FA-9708-4A2B-382E-50844BB1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3C4BA-FAED-D840-FEA2-45C39BCC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19DED-45F0-65A2-DC1F-DF27EE52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57A2-627C-68FE-FD1E-022CB2EA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REVIEW_NOTES_003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C6603-5192-0FA9-21C1-5021739A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COMMENT_TARGET_003</a:t>
            </a:r>
          </a:p>
          <a:p>
            <a:r>
              <a:rPr lang="en-US" dirty="0"/>
              <a:t>Native comment and notes fixture.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001B4D-6FCD-77A2-3D2E-62E5DE98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059441-A3E2-641F-3630-27D67E88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37948-2E6A-FABA-FA5C-A3894243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291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4688-D545-2BC0-0F73-73D6AC0D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DESTINATION_003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0C18-974E-365F-A3BA-DB6D2ECF6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INTERNAL_DESTINATION_003</a:t>
            </a:r>
          </a:p>
          <a:p>
            <a:r>
              <a:rPr lang="en-US" dirty="0"/>
              <a:t>Section beta starts here.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D6D0F59-BBDD-1247-C9FE-9B55D9CC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B852BF-CEAB-FFB7-A565-E2E8FE02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B583FE-AC70-BDAD-8F7C-D794A558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2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4190-EFB2-BBC6-4EE9-8E574810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PRESENTATION_END_003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BC3F-9E41-2FDC-6D89-64BD843F4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MouseOver r:id="" action="ppaction://hlinkshowjump?jump=firstslide"/>
              </a:rPr>
              <a:t>FINAL_MARKER_003</a:t>
            </a:r>
            <a:endParaRPr lang="en-US" dirty="0"/>
          </a:p>
          <a:p>
            <a:r>
              <a:rPr lang="en-US" dirty="0"/>
              <a:t>End of native navigation and review fixture.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B44B2-8125-8AFF-7B85-685712A3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16E38-8BBB-7B81-DA67-70A66455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E34E-97AA-8490-E2B8-6354F244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9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165</Words>
  <Application>Microsoft Macintosh PowerPoint</Application>
  <PresentationFormat>Widescreen</PresentationFormat>
  <Paragraphs>40</Paragraphs>
  <Slides>6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  <vt:variant>
        <vt:lpstr>Custom Shows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PPT_NAVIGATION_003</vt:lpstr>
      <vt:lpstr>LINKS_ACTIONS_003</vt:lpstr>
      <vt:lpstr>HIDDEN_DETAIL_003</vt:lpstr>
      <vt:lpstr>REVIEW_NOTES_003</vt:lpstr>
      <vt:lpstr>DESTINATION_003</vt:lpstr>
      <vt:lpstr>PRESENTATION_END_003</vt:lpstr>
      <vt:lpstr>SHOW_ALPHA_003</vt:lpstr>
      <vt:lpstr>SHOW_BETA_003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2</cp:revision>
  <dcterms:created xsi:type="dcterms:W3CDTF">2026-10-15T07:10:10Z</dcterms:created>
  <dcterms:modified xsi:type="dcterms:W3CDTF">2026-10-15T07:24:58Z</dcterms:modified>
</cp:coreProperties>
</file>