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4"/>
  </p:normalViewPr>
  <p:slideViewPr>
    <p:cSldViewPr snapToGrid="0">
      <p:cViewPr varScale="1">
        <p:scale>
          <a:sx n="105" d="100"/>
          <a:sy n="105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A1956-6041-E24A-BA3E-5BF49C245AC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3C2F6-F0D6-D04B-8941-A9A89BED7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2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for slide 1. </a:t>
            </a:r>
            <a:r>
              <a:rPr lang="en-US"/>
              <a:t>Expected marker: PPT_NOTES_001.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3C2F6-F0D6-D04B-8941-A9A89BED75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8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C8C9-8623-A00E-E764-0271DDA5B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260E7-BD57-7860-1016-40DB6BDB6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E436-5D71-3D6F-E277-3C17FBB4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62477-2306-4423-B9C3-9439230C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22D3-66EF-E7A4-C505-A6627873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2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465F-1173-3455-F447-A97BBBF5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74E5-7B14-3A3B-910F-4457D58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8DF9-A24D-5628-84B1-54DE4F04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DF6D6-8FCA-6E3B-2BC2-14F31A4E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4E7F-2E21-1380-5CED-18FE1AF1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5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B51B-5B9A-6508-9CCC-C915D971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E7DC4-C266-B61F-3102-FB6DEB4DB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280A-B7F7-97C5-4965-3361FB7B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1005-B894-7DE8-AE34-CACC536A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D5C71-EE87-2653-A38C-EF3266B9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3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CE6E-76E6-2396-E060-05DFBA50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CE205-34D1-C33A-8679-566D49AFE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4EC4A-807A-D68B-5502-2FA658230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6871B-D894-D241-0CDC-6952D867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BB7C3-9455-784F-A7A4-55423EBE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51956-7DC0-EEAB-59D6-DDDB0CD9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0CC8-0ACB-26A7-AF59-9D6D61E1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1C072-C72E-BF2C-B05A-6DC793F1A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A5FE7-65DC-3493-CA07-59214B29A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4058-31A1-0E2F-9ACE-02A2BCC4C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B0737-2954-4D74-18B8-D6A4C8264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8F64A-DEFE-1E1F-DA3E-C346CF35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1343C6-54A1-9176-D3B1-4A898247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84EF8-2F21-D252-F679-B730C11E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2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DD87-5DB0-44BA-74A9-624BEF54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DFC6F-3D7F-7B0F-DDD8-77A69255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E7022-28A1-A5C5-233D-0A13E328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686A9-5F14-8E5B-39DE-27F65F05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3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DBC77-D562-E6B9-0D2F-BD215D09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CDC0F-6515-905E-2BEE-358AAB85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FB45-A691-6E27-600B-DD03D018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6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0B76-575E-5D83-F102-99313E9A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DC17-A81A-F2F4-6184-9890D6050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25C0C-42C4-1B29-F2A1-CB8EC6D48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089DE-47B4-9956-491D-E8054636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EA83B-43E7-DF90-C692-74246B99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21CFA-5A66-E3FA-4F39-A0AC54CA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6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6EC8-C4CF-668E-86FE-2B64C8A1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902FF-9397-D26B-A03A-E593B33E8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F15EB-2CA9-01D9-35F4-B6DF2C1BC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EEBB7-63DD-6182-BCE8-17966AAE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51E7-956F-648D-FFFE-A8B0EFE0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9B9D8-B6A6-1F19-5F04-B0AF5C8B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88BF-B30E-DC4E-413C-0BE6FA1E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8BAC1-C036-8DA7-03D9-54B3ABCB3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B079-3D48-B3F0-9545-B2FD67BD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B6F7-9F3A-D10D-D732-65CAD57E6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D1D80-7577-0CC9-70B9-867F7C4D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07DD0-4827-EB38-C53A-03D10B427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5BA46-1277-4B6E-9888-059E98A22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2D4B-01CD-E900-93EB-396FD0D9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326C-6FEF-C510-D988-EC105644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5927-40F5-BDAC-0FA9-DBAD1DBD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1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8FA47-1EAB-1D48-5DA2-223397E4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DBBA-8C23-13A6-041D-94AEAE218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60EC1-D637-1940-11C6-14C09D0E9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745FA-74F8-3A4E-8288-93A05E10AE1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4729-0903-0396-669C-B422657C5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E7F4-FD77-FA7C-4244-7DE095EAD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AF36B-A547-9348-B676-0660D8DB1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3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A81C-36A3-79FF-4FDA-E401DCFEB4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Native PowerPoint feature fixture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10D1C-4350-96B2-0698-0949B3434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Fixture ID: powerpoint-text-table-001</a:t>
            </a:r>
          </a:p>
          <a:p>
            <a:r>
              <a:rPr lang="en-US" dirty="0"/>
              <a:t>Unicode: café </a:t>
            </a:r>
            <a:r>
              <a:rPr lang="ja-JP" altLang="en-US"/>
              <a:t>中文 日本語 </a:t>
            </a:r>
            <a:r>
              <a:rPr lang="ar-AE" dirty="0"/>
              <a:t>العربية </a:t>
            </a:r>
            <a:r>
              <a:rPr lang="en-US" dirty="0"/>
              <a:t>😀</a:t>
            </a:r>
          </a:p>
        </p:txBody>
      </p:sp>
    </p:spTree>
    <p:extLst>
      <p:ext uri="{BB962C8B-B14F-4D97-AF65-F5344CB8AC3E}">
        <p14:creationId xmlns:p14="http://schemas.microsoft.com/office/powerpoint/2010/main" val="238468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CA0D-85BB-8717-1F29-624470B6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text and native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C65BE-4DE5-F60A-1F7F-951E1CF12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bullet: apples</a:t>
            </a:r>
          </a:p>
          <a:p>
            <a:r>
              <a:rPr lang="en-US" dirty="0"/>
              <a:t>Second bullet: pears</a:t>
            </a:r>
          </a:p>
          <a:p>
            <a:r>
              <a:rPr lang="en-US" dirty="0"/>
              <a:t>Third bullet: tea</a:t>
            </a:r>
          </a:p>
        </p:txBody>
      </p:sp>
    </p:spTree>
    <p:extLst>
      <p:ext uri="{BB962C8B-B14F-4D97-AF65-F5344CB8AC3E}">
        <p14:creationId xmlns:p14="http://schemas.microsoft.com/office/powerpoint/2010/main" val="188864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E10E-515A-F210-B4D4-4CA513ED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Native table: quantities and totals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4578A2-28A5-5FB2-1640-B4B9F4DED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83496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566490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400793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8352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72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38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27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0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6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</Words>
  <Application>Microsoft Macintosh PowerPoint</Application>
  <PresentationFormat>Widescreen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Native PowerPoint feature fixture</vt:lpstr>
      <vt:lpstr>Structured text and native table</vt:lpstr>
      <vt:lpstr>Native table: quantities and totals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2</cp:revision>
  <dcterms:created xsi:type="dcterms:W3CDTF">2026-10-15T05:28:42Z</dcterms:created>
  <dcterms:modified xsi:type="dcterms:W3CDTF">2026-10-15T05:32:16Z</dcterms:modified>
</cp:coreProperties>
</file>