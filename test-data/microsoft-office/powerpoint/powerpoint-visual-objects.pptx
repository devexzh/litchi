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1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REGIONAL_TOTALS_002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3D-FA44-BB29-4F50CAAA4B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21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3D-FA44-BB29-4F50CAAA4B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3D-FA44-BB29-4F50CAAA4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0704832"/>
        <c:axId val="1920699008"/>
      </c:barChart>
      <c:catAx>
        <c:axId val="192070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699008"/>
        <c:crosses val="autoZero"/>
        <c:auto val="1"/>
        <c:lblAlgn val="ctr"/>
        <c:lblOffset val="100"/>
        <c:noMultiLvlLbl val="0"/>
      </c:catAx>
      <c:valAx>
        <c:axId val="192069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070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12FA0F-A88C-8D4D-9939-BC5701C7BCC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3C37F4-C1FC-EF4B-B90F-1B19D4D7634C}">
      <dgm:prSet/>
      <dgm:spPr/>
      <dgm:t>
        <a:bodyPr/>
        <a:lstStyle/>
        <a:p>
          <a:r>
            <a:rPr lang="en-US"/>
            <a:t>Acquire</a:t>
          </a:r>
        </a:p>
      </dgm:t>
    </dgm:pt>
    <dgm:pt modelId="{7187555D-F54F-EE47-B63B-2F97C949814A}" type="parTrans" cxnId="{0E531347-E249-8C4E-8932-7BC38F960005}">
      <dgm:prSet/>
      <dgm:spPr/>
      <dgm:t>
        <a:bodyPr/>
        <a:lstStyle/>
        <a:p>
          <a:endParaRPr lang="en-US"/>
        </a:p>
      </dgm:t>
    </dgm:pt>
    <dgm:pt modelId="{2FD23A93-5DED-E847-9137-65769915BD46}" type="sibTrans" cxnId="{0E531347-E249-8C4E-8932-7BC38F960005}">
      <dgm:prSet/>
      <dgm:spPr/>
      <dgm:t>
        <a:bodyPr/>
        <a:lstStyle/>
        <a:p>
          <a:endParaRPr lang="en-US"/>
        </a:p>
      </dgm:t>
    </dgm:pt>
    <dgm:pt modelId="{B3EA89B3-4BA0-EB49-8F0D-EBA487AA6177}">
      <dgm:prSet/>
      <dgm:spPr/>
      <dgm:t>
        <a:bodyPr/>
        <a:lstStyle/>
        <a:p>
          <a:r>
            <a:rPr lang="en-US"/>
            <a:t>Transform</a:t>
          </a:r>
        </a:p>
      </dgm:t>
    </dgm:pt>
    <dgm:pt modelId="{86D7A31E-49CC-A348-A920-A7966C3499C0}" type="parTrans" cxnId="{12114279-013C-4F4C-9397-CE1ED6C2F562}">
      <dgm:prSet/>
      <dgm:spPr/>
      <dgm:t>
        <a:bodyPr/>
        <a:lstStyle/>
        <a:p>
          <a:endParaRPr lang="en-US"/>
        </a:p>
      </dgm:t>
    </dgm:pt>
    <dgm:pt modelId="{7CA3F51F-93D0-7048-9CDF-B9686CDD60D5}" type="sibTrans" cxnId="{12114279-013C-4F4C-9397-CE1ED6C2F562}">
      <dgm:prSet/>
      <dgm:spPr/>
      <dgm:t>
        <a:bodyPr/>
        <a:lstStyle/>
        <a:p>
          <a:endParaRPr lang="en-US"/>
        </a:p>
      </dgm:t>
    </dgm:pt>
    <dgm:pt modelId="{72FA4759-4F7A-744F-BDAC-5C08F83BAE8E}">
      <dgm:prSet/>
      <dgm:spPr/>
      <dgm:t>
        <a:bodyPr/>
        <a:lstStyle/>
        <a:p>
          <a:r>
            <a:rPr lang="en-US"/>
            <a:t>Verify</a:t>
          </a:r>
        </a:p>
      </dgm:t>
    </dgm:pt>
    <dgm:pt modelId="{5FA57BEA-A7BE-E145-8449-A148939846F9}" type="parTrans" cxnId="{7365E511-115D-BC44-85C1-1774947BA581}">
      <dgm:prSet/>
      <dgm:spPr/>
      <dgm:t>
        <a:bodyPr/>
        <a:lstStyle/>
        <a:p>
          <a:endParaRPr lang="en-US"/>
        </a:p>
      </dgm:t>
    </dgm:pt>
    <dgm:pt modelId="{0BA5CF23-B783-7D4C-8FED-E722BC0DDA6E}" type="sibTrans" cxnId="{7365E511-115D-BC44-85C1-1774947BA581}">
      <dgm:prSet/>
      <dgm:spPr/>
      <dgm:t>
        <a:bodyPr/>
        <a:lstStyle/>
        <a:p>
          <a:endParaRPr lang="en-US"/>
        </a:p>
      </dgm:t>
    </dgm:pt>
    <dgm:pt modelId="{BC7A2B97-9467-7645-8C82-DA360D619BEA}" type="pres">
      <dgm:prSet presAssocID="{7D12FA0F-A88C-8D4D-9939-BC5701C7BCC8}" presName="Name0" presStyleCnt="0">
        <dgm:presLayoutVars>
          <dgm:dir/>
          <dgm:resizeHandles val="exact"/>
        </dgm:presLayoutVars>
      </dgm:prSet>
      <dgm:spPr/>
    </dgm:pt>
    <dgm:pt modelId="{E321D74A-8EEF-174D-942C-58226DCC0166}" type="pres">
      <dgm:prSet presAssocID="{463C37F4-C1FC-EF4B-B90F-1B19D4D7634C}" presName="node" presStyleLbl="node1" presStyleIdx="0" presStyleCnt="3">
        <dgm:presLayoutVars>
          <dgm:bulletEnabled val="1"/>
        </dgm:presLayoutVars>
      </dgm:prSet>
      <dgm:spPr/>
    </dgm:pt>
    <dgm:pt modelId="{78CC1454-A90D-5A46-B7FF-7795EB20F415}" type="pres">
      <dgm:prSet presAssocID="{2FD23A93-5DED-E847-9137-65769915BD46}" presName="sibTrans" presStyleLbl="sibTrans2D1" presStyleIdx="0" presStyleCnt="2"/>
      <dgm:spPr/>
    </dgm:pt>
    <dgm:pt modelId="{CADCC236-5A64-D347-8678-CD713F1B4186}" type="pres">
      <dgm:prSet presAssocID="{2FD23A93-5DED-E847-9137-65769915BD46}" presName="connectorText" presStyleLbl="sibTrans2D1" presStyleIdx="0" presStyleCnt="2"/>
      <dgm:spPr/>
    </dgm:pt>
    <dgm:pt modelId="{9048B9C3-2E34-A94B-A906-8A800F6E90A9}" type="pres">
      <dgm:prSet presAssocID="{B3EA89B3-4BA0-EB49-8F0D-EBA487AA6177}" presName="node" presStyleLbl="node1" presStyleIdx="1" presStyleCnt="3">
        <dgm:presLayoutVars>
          <dgm:bulletEnabled val="1"/>
        </dgm:presLayoutVars>
      </dgm:prSet>
      <dgm:spPr/>
    </dgm:pt>
    <dgm:pt modelId="{6846717D-98BA-414C-A4FC-01F66A3D8B2F}" type="pres">
      <dgm:prSet presAssocID="{7CA3F51F-93D0-7048-9CDF-B9686CDD60D5}" presName="sibTrans" presStyleLbl="sibTrans2D1" presStyleIdx="1" presStyleCnt="2"/>
      <dgm:spPr/>
    </dgm:pt>
    <dgm:pt modelId="{DC16C954-FD7A-3842-8138-06CFC320908F}" type="pres">
      <dgm:prSet presAssocID="{7CA3F51F-93D0-7048-9CDF-B9686CDD60D5}" presName="connectorText" presStyleLbl="sibTrans2D1" presStyleIdx="1" presStyleCnt="2"/>
      <dgm:spPr/>
    </dgm:pt>
    <dgm:pt modelId="{C170C974-1514-2B4A-8520-3ACF4998007D}" type="pres">
      <dgm:prSet presAssocID="{72FA4759-4F7A-744F-BDAC-5C08F83BAE8E}" presName="node" presStyleLbl="node1" presStyleIdx="2" presStyleCnt="3">
        <dgm:presLayoutVars>
          <dgm:bulletEnabled val="1"/>
        </dgm:presLayoutVars>
      </dgm:prSet>
      <dgm:spPr/>
    </dgm:pt>
  </dgm:ptLst>
  <dgm:cxnLst>
    <dgm:cxn modelId="{076A6A0B-BCFD-864F-965B-90BD9C3AA897}" type="presOf" srcId="{2FD23A93-5DED-E847-9137-65769915BD46}" destId="{78CC1454-A90D-5A46-B7FF-7795EB20F415}" srcOrd="0" destOrd="0" presId="urn:microsoft.com/office/officeart/2005/8/layout/process1"/>
    <dgm:cxn modelId="{7365E511-115D-BC44-85C1-1774947BA581}" srcId="{7D12FA0F-A88C-8D4D-9939-BC5701C7BCC8}" destId="{72FA4759-4F7A-744F-BDAC-5C08F83BAE8E}" srcOrd="2" destOrd="0" parTransId="{5FA57BEA-A7BE-E145-8449-A148939846F9}" sibTransId="{0BA5CF23-B783-7D4C-8FED-E722BC0DDA6E}"/>
    <dgm:cxn modelId="{13472815-B6D2-934F-9FB2-4373A2E81409}" type="presOf" srcId="{72FA4759-4F7A-744F-BDAC-5C08F83BAE8E}" destId="{C170C974-1514-2B4A-8520-3ACF4998007D}" srcOrd="0" destOrd="0" presId="urn:microsoft.com/office/officeart/2005/8/layout/process1"/>
    <dgm:cxn modelId="{2FD8E824-D905-3C46-89C6-8F9458E8C3ED}" type="presOf" srcId="{7D12FA0F-A88C-8D4D-9939-BC5701C7BCC8}" destId="{BC7A2B97-9467-7645-8C82-DA360D619BEA}" srcOrd="0" destOrd="0" presId="urn:microsoft.com/office/officeart/2005/8/layout/process1"/>
    <dgm:cxn modelId="{4C64D43B-A81E-1E4B-A820-907EFFADA0EB}" type="presOf" srcId="{2FD23A93-5DED-E847-9137-65769915BD46}" destId="{CADCC236-5A64-D347-8678-CD713F1B4186}" srcOrd="1" destOrd="0" presId="urn:microsoft.com/office/officeart/2005/8/layout/process1"/>
    <dgm:cxn modelId="{D3F2CD46-0A62-6241-90B7-31DA48C8FC94}" type="presOf" srcId="{7CA3F51F-93D0-7048-9CDF-B9686CDD60D5}" destId="{6846717D-98BA-414C-A4FC-01F66A3D8B2F}" srcOrd="0" destOrd="0" presId="urn:microsoft.com/office/officeart/2005/8/layout/process1"/>
    <dgm:cxn modelId="{0E531347-E249-8C4E-8932-7BC38F960005}" srcId="{7D12FA0F-A88C-8D4D-9939-BC5701C7BCC8}" destId="{463C37F4-C1FC-EF4B-B90F-1B19D4D7634C}" srcOrd="0" destOrd="0" parTransId="{7187555D-F54F-EE47-B63B-2F97C949814A}" sibTransId="{2FD23A93-5DED-E847-9137-65769915BD46}"/>
    <dgm:cxn modelId="{B069B560-8776-2847-87BA-7A8E0D1B9E90}" type="presOf" srcId="{463C37F4-C1FC-EF4B-B90F-1B19D4D7634C}" destId="{E321D74A-8EEF-174D-942C-58226DCC0166}" srcOrd="0" destOrd="0" presId="urn:microsoft.com/office/officeart/2005/8/layout/process1"/>
    <dgm:cxn modelId="{12114279-013C-4F4C-9397-CE1ED6C2F562}" srcId="{7D12FA0F-A88C-8D4D-9939-BC5701C7BCC8}" destId="{B3EA89B3-4BA0-EB49-8F0D-EBA487AA6177}" srcOrd="1" destOrd="0" parTransId="{86D7A31E-49CC-A348-A920-A7966C3499C0}" sibTransId="{7CA3F51F-93D0-7048-9CDF-B9686CDD60D5}"/>
    <dgm:cxn modelId="{47495995-0260-D944-B59D-436BAFE23E27}" type="presOf" srcId="{B3EA89B3-4BA0-EB49-8F0D-EBA487AA6177}" destId="{9048B9C3-2E34-A94B-A906-8A800F6E90A9}" srcOrd="0" destOrd="0" presId="urn:microsoft.com/office/officeart/2005/8/layout/process1"/>
    <dgm:cxn modelId="{86D3D4A6-61BB-A94E-8FDA-6FA0A2C34046}" type="presOf" srcId="{7CA3F51F-93D0-7048-9CDF-B9686CDD60D5}" destId="{DC16C954-FD7A-3842-8138-06CFC320908F}" srcOrd="1" destOrd="0" presId="urn:microsoft.com/office/officeart/2005/8/layout/process1"/>
    <dgm:cxn modelId="{BE3A37AE-0D88-BC43-A21F-CFC9A4766092}" type="presParOf" srcId="{BC7A2B97-9467-7645-8C82-DA360D619BEA}" destId="{E321D74A-8EEF-174D-942C-58226DCC0166}" srcOrd="0" destOrd="0" presId="urn:microsoft.com/office/officeart/2005/8/layout/process1"/>
    <dgm:cxn modelId="{B4C6B775-4111-1946-8D73-91845BA8E7D8}" type="presParOf" srcId="{BC7A2B97-9467-7645-8C82-DA360D619BEA}" destId="{78CC1454-A90D-5A46-B7FF-7795EB20F415}" srcOrd="1" destOrd="0" presId="urn:microsoft.com/office/officeart/2005/8/layout/process1"/>
    <dgm:cxn modelId="{CAA26860-B850-8B40-8C61-BF9FD9756337}" type="presParOf" srcId="{78CC1454-A90D-5A46-B7FF-7795EB20F415}" destId="{CADCC236-5A64-D347-8678-CD713F1B4186}" srcOrd="0" destOrd="0" presId="urn:microsoft.com/office/officeart/2005/8/layout/process1"/>
    <dgm:cxn modelId="{43BCEE5B-1AD2-9844-9F81-540EB916F311}" type="presParOf" srcId="{BC7A2B97-9467-7645-8C82-DA360D619BEA}" destId="{9048B9C3-2E34-A94B-A906-8A800F6E90A9}" srcOrd="2" destOrd="0" presId="urn:microsoft.com/office/officeart/2005/8/layout/process1"/>
    <dgm:cxn modelId="{D5E121D5-63D4-DF46-8140-2D865F8DACBA}" type="presParOf" srcId="{BC7A2B97-9467-7645-8C82-DA360D619BEA}" destId="{6846717D-98BA-414C-A4FC-01F66A3D8B2F}" srcOrd="3" destOrd="0" presId="urn:microsoft.com/office/officeart/2005/8/layout/process1"/>
    <dgm:cxn modelId="{AE783FDC-6572-F244-BA02-EBED2CECF250}" type="presParOf" srcId="{6846717D-98BA-414C-A4FC-01F66A3D8B2F}" destId="{DC16C954-FD7A-3842-8138-06CFC320908F}" srcOrd="0" destOrd="0" presId="urn:microsoft.com/office/officeart/2005/8/layout/process1"/>
    <dgm:cxn modelId="{00CD2B21-E59C-3A4E-8CD5-19735517CDA5}" type="presParOf" srcId="{BC7A2B97-9467-7645-8C82-DA360D619BEA}" destId="{C170C974-1514-2B4A-8520-3ACF4998007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1D74A-8EEF-174D-942C-58226DCC0166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Acquire</a:t>
          </a:r>
        </a:p>
      </dsp:txBody>
      <dsp:txXfrm>
        <a:off x="57787" y="1395494"/>
        <a:ext cx="2665308" cy="1560349"/>
      </dsp:txXfrm>
    </dsp:sp>
    <dsp:sp modelId="{78CC1454-A90D-5A46-B7FF-7795EB20F415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047880" y="1970146"/>
        <a:ext cx="409940" cy="411044"/>
      </dsp:txXfrm>
    </dsp:sp>
    <dsp:sp modelId="{9048B9C3-2E34-A94B-A906-8A800F6E90A9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Transform</a:t>
          </a:r>
        </a:p>
      </dsp:txBody>
      <dsp:txXfrm>
        <a:off x="3925145" y="1395494"/>
        <a:ext cx="2665308" cy="1560349"/>
      </dsp:txXfrm>
    </dsp:sp>
    <dsp:sp modelId="{6846717D-98BA-414C-A4FC-01F66A3D8B2F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915239" y="1970146"/>
        <a:ext cx="409940" cy="411044"/>
      </dsp:txXfrm>
    </dsp:sp>
    <dsp:sp modelId="{C170C974-1514-2B4A-8520-3ACF4998007D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Verify</a:t>
          </a:r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4146-17D7-82EE-5FD2-AAC26D7DF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A518F-43F4-983E-0ADD-402B42E80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50057-EEB5-04D6-8774-40C5D692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96FB-0901-2EA2-2E33-35316DC7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CC45-ACF6-B1FD-F5EA-3024CBDF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2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8C3B-7A07-BDA1-5BDE-25C4396D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191AE-7D87-C0AE-0283-62131CFC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E1D95-9AC4-B139-FAB7-F0E4496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B4A73-09C6-170C-FAB4-579BF159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A5B4F-8AC4-7624-4B4D-0F03D198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7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25AF-E92D-8443-FDFC-95E7AD0C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978A2-5032-1485-CFED-653C4153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44416-AA06-9CB7-2817-372F37F2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9ECA-78AC-851F-63DE-1AA6D6CD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3519D-689B-DEFE-12F1-43EEF189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7EE8-3717-5CE7-EE4F-D9014DF3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78804-91CF-67D1-F57D-230DD8D5F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D1CFF-CDF5-23C3-A86B-2C2930518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5154F-AE7C-C648-C128-2D9387EA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B3DF3-BC88-C2A5-9224-BE66E4DF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F2C76-F767-119D-D14D-EABB3C9E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C4408-720A-E706-0968-884FB3BC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E64D4-6F00-31F3-0A88-99474EBDF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80C79-A3DE-6A33-2D4C-E51B39948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4C0FC-F87D-7CA2-4A65-C415BAD06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B05C9-1E96-491C-8B89-68F291820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2A53F-5D00-5302-B7D9-4379780B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93F7C-1B47-1F98-1E3A-350BA041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6F01B5-9543-FDE8-DE5B-389AFF70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0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3902-7A76-2941-B63C-2624C525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0C6A4-55D5-960F-D6B0-A55B0B56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D0CB4-2367-4DBE-1EC4-E812C2C4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8199-450D-6A71-1A40-473A80D0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7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80D94-19DB-8EFF-840B-9D1D4594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45C71-21B7-1014-4142-805D6865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8BAD3-9E15-6D3C-0465-BA9C759E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8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7F25-D3FF-CE38-FD33-A8025E1B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AFBB-2603-48FC-4D6E-933AC0D7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79C55-549F-FA15-F12F-2C787D81F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CC321-FA88-9BAB-E041-F0725BF2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ADD2-53C0-5B07-8E20-C16F507C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6B885-5DB9-C249-C910-F5E0D481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9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A589-B05E-90BC-ACCA-D6D2EFC6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BE5EF-43EA-D2E7-01E3-0B1D2A750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8FB77-4497-DD68-43EA-69C62BF3C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17D91-0B44-CFC6-D025-E7B31A62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89278-C364-C521-F363-46904621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F993D-31E9-8726-D805-751B9075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8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FC90-D374-1933-9092-767FEEA9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143B0-E3DE-D249-5D5D-7D8A88B76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D96A3-0612-8125-7583-001C7F6A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9CF27-3C60-B391-3CA7-1BFB69A0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900FE-0B99-D1E0-45B2-263784DA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9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1E148-B639-3351-E611-D8E84C4F0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90226-334D-E8B1-EF02-684F449DF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02E42-4398-C660-22D3-F82774A4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642B7-253E-97A4-A57A-A5A17590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BA33-9AE9-C21D-B1FF-E6AE67C2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AF59A-6018-42B8-7A98-22B919F3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6B418-3269-423D-7893-25A4BD25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AAC39-1D0D-9D77-4F87-184FB2E7B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57269-18EC-674F-ABCE-0AB66AC2D97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4E96-C473-8F85-0097-1DC2FA927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43A61-2BBC-F708-104C-B492402C0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160F5-CE20-0242-A66C-767C60D34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4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203B-D51D-34DA-CAF7-36757F8FB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Native PowerPoint visual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7C874-0101-C3F9-F756-27EEFD6FA8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Fixture ID: powerpoint-visual-objects-002</a:t>
            </a:r>
          </a:p>
          <a:p>
            <a:r>
              <a:rPr lang="en-US" dirty="0"/>
              <a:t>Pictures, drawings, charts and SmartArt</a:t>
            </a:r>
          </a:p>
        </p:txBody>
      </p:sp>
    </p:spTree>
    <p:extLst>
      <p:ext uri="{BB962C8B-B14F-4D97-AF65-F5344CB8AC3E}">
        <p14:creationId xmlns:p14="http://schemas.microsoft.com/office/powerpoint/2010/main" val="385257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BFC5-9CFA-7250-DEAC-E93EC37F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EMBEDDED_PICTURE_002</a:t>
            </a:r>
          </a:p>
        </p:txBody>
      </p:sp>
      <p:pic>
        <p:nvPicPr>
          <p:cNvPr id="5" name="Content Placeholder 4" descr="PICTURE_ALT_002: existing abstract JPEG embedded through Microsoft PowerPoint.">
            <a:extLst>
              <a:ext uri="{FF2B5EF4-FFF2-40B4-BE49-F238E27FC236}">
                <a16:creationId xmlns:a16="http://schemas.microsoft.com/office/drawing/2014/main" id="{F2BE38A4-9452-929E-71CE-BE79800CE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8337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DB7A-2411-A7AC-86D9-903E0CEC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SMARTART_PROCESS_002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B8CA49-4C04-1947-1EA0-844276813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1879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09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138B-AF54-7148-DAED-DB81E83F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EMBEDDED_CHART_002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54D5DB-C712-1334-07CD-F0C7D3AFE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603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84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B340-CB55-9FE4-D3AA-B7B8ADA8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DRAWINGS_CONNECTOR_002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BDF7FD-9CA9-6D18-BD51-08F56ED8E706}"/>
              </a:ext>
            </a:extLst>
          </p:cNvPr>
          <p:cNvGrpSpPr/>
          <p:nvPr/>
        </p:nvGrpSpPr>
        <p:grpSpPr>
          <a:xfrm>
            <a:off x="1371600" y="2743200"/>
            <a:ext cx="9144000" cy="2286000"/>
            <a:chOff x="1371600" y="2743200"/>
            <a:chExt cx="9144000" cy="2286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711F502-9E7D-29A4-B3DB-FBE34F669F2A}"/>
                </a:ext>
              </a:extLst>
            </p:cNvPr>
            <p:cNvSpPr/>
            <p:nvPr/>
          </p:nvSpPr>
          <p:spPr>
            <a:xfrm>
              <a:off x="1371600" y="2743200"/>
              <a:ext cx="2743200" cy="914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SOURCE_002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7E71D01-6F1C-E7F9-F60B-B08809876EF1}"/>
                </a:ext>
              </a:extLst>
            </p:cNvPr>
            <p:cNvSpPr/>
            <p:nvPr/>
          </p:nvSpPr>
          <p:spPr>
            <a:xfrm>
              <a:off x="7772400" y="4114800"/>
              <a:ext cx="27432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TARGET_002</a:t>
              </a:r>
            </a:p>
          </p:txBody>
        </p: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F5C2F211-0D93-10F1-960C-E1805E970EBC}"/>
                </a:ext>
              </a:extLst>
            </p:cNvPr>
            <p:cNvCxnSpPr/>
            <p:nvPr/>
          </p:nvCxnSpPr>
          <p:spPr>
            <a:xfrm>
              <a:off x="4114800" y="3200400"/>
              <a:ext cx="3657600" cy="13716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73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Native PowerPoint visual objects</vt:lpstr>
      <vt:lpstr>EMBEDDED_PICTURE_002</vt:lpstr>
      <vt:lpstr>SMARTART_PROCESS_002</vt:lpstr>
      <vt:lpstr>EMBEDDED_CHART_002</vt:lpstr>
      <vt:lpstr>DRAWINGS_CONNECTOR_002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1</cp:revision>
  <dcterms:created xsi:type="dcterms:W3CDTF">2026-10-15T06:15:44Z</dcterms:created>
  <dcterms:modified xsi:type="dcterms:W3CDTF">2026-10-15T06:22:29Z</dcterms:modified>
</cp:coreProperties>
</file>